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23"/>
  </p:notesMasterIdLst>
  <p:sldIdLst>
    <p:sldId id="256" r:id="rId5"/>
    <p:sldId id="259" r:id="rId6"/>
    <p:sldId id="260" r:id="rId7"/>
    <p:sldId id="261"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7772400" cy="10058400"/>
  <p:notesSz cx="6858000" cy="9144000"/>
  <p:embeddedFontLst>
    <p:embeddedFont>
      <p:font typeface="Helvetica Neue" panose="020B0604020202020204" charset="0"/>
      <p:regular r:id="rId24"/>
      <p:bold r:id="rId25"/>
      <p:italic r:id="rId26"/>
      <p:boldItalic r:id="rId27"/>
    </p:embeddedFont>
    <p:embeddedFont>
      <p:font typeface="Open Sans" panose="020B0606030504020204" pitchFamily="34" charset="0"/>
      <p:regular r:id="rId28"/>
      <p:bold r:id="rId29"/>
      <p:italic r:id="rId30"/>
      <p:boldItalic r:id="rId31"/>
    </p:embeddedFont>
    <p:embeddedFont>
      <p:font typeface="Open Sans Light" panose="020B0306030504020204" pitchFamily="3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95B268-E689-48BE-B304-A84222016C49}" v="85" dt="2026-06-02T06:02:36.0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231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font" Target="fonts/font3.fntdata"/><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font" Target="fonts/font11.fntdata"/><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6.fntdata"/><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8.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delSld modSld">
      <pc:chgData name="ARJUN AVALAKKI MOHAN" userId="be4ab9aaf12c5868" providerId="LiveId" clId="{C81E60EF-EF5F-4B4B-A4E1-3178676F15CC}" dt="2026-06-02T06:02:43.069" v="762" actId="14100"/>
      <pc:docMkLst>
        <pc:docMk/>
      </pc:docMkLst>
      <pc:sldChg chg="modSp mod">
        <pc:chgData name="ARJUN AVALAKKI MOHAN" userId="be4ab9aaf12c5868" providerId="LiveId" clId="{C81E60EF-EF5F-4B4B-A4E1-3178676F15CC}" dt="2026-06-02T05:44:14.135" v="728" actId="20577"/>
        <pc:sldMkLst>
          <pc:docMk/>
          <pc:sldMk cId="0" sldId="256"/>
        </pc:sldMkLst>
        <pc:spChg chg="mod">
          <ac:chgData name="ARJUN AVALAKKI MOHAN" userId="be4ab9aaf12c5868" providerId="LiveId" clId="{C81E60EF-EF5F-4B4B-A4E1-3178676F15CC}" dt="2026-06-02T05:44:14.135" v="728" actId="20577"/>
          <ac:spMkLst>
            <pc:docMk/>
            <pc:sldMk cId="0" sldId="256"/>
            <ac:spMk id="180" creationId="{00000000-0000-0000-0000-000000000000}"/>
          </ac:spMkLst>
        </pc:spChg>
      </pc:sldChg>
      <pc:sldChg chg="del">
        <pc:chgData name="ARJUN AVALAKKI MOHAN" userId="be4ab9aaf12c5868" providerId="LiveId" clId="{C81E60EF-EF5F-4B4B-A4E1-3178676F15CC}" dt="2026-06-02T04:20:31.337" v="168" actId="47"/>
        <pc:sldMkLst>
          <pc:docMk/>
          <pc:sldMk cId="0" sldId="257"/>
        </pc:sldMkLst>
      </pc:sldChg>
      <pc:sldChg chg="del">
        <pc:chgData name="ARJUN AVALAKKI MOHAN" userId="be4ab9aaf12c5868" providerId="LiveId" clId="{C81E60EF-EF5F-4B4B-A4E1-3178676F15CC}" dt="2026-06-02T04:20:32.733" v="169" actId="47"/>
        <pc:sldMkLst>
          <pc:docMk/>
          <pc:sldMk cId="0" sldId="258"/>
        </pc:sldMkLst>
      </pc:sldChg>
      <pc:sldChg chg="del">
        <pc:chgData name="ARJUN AVALAKKI MOHAN" userId="be4ab9aaf12c5868" providerId="LiveId" clId="{C81E60EF-EF5F-4B4B-A4E1-3178676F15CC}" dt="2026-06-02T05:46:33.851" v="732" actId="2696"/>
        <pc:sldMkLst>
          <pc:docMk/>
          <pc:sldMk cId="0" sldId="262"/>
        </pc:sldMkLst>
      </pc:sldChg>
      <pc:sldChg chg="addSp delSp modSp mod">
        <pc:chgData name="ARJUN AVALAKKI MOHAN" userId="be4ab9aaf12c5868" providerId="LiveId" clId="{C81E60EF-EF5F-4B4B-A4E1-3178676F15CC}" dt="2026-05-27T04:15:22.659" v="86" actId="255"/>
        <pc:sldMkLst>
          <pc:docMk/>
          <pc:sldMk cId="0" sldId="263"/>
        </pc:sldMkLst>
        <pc:spChg chg="mod">
          <ac:chgData name="ARJUN AVALAKKI MOHAN" userId="be4ab9aaf12c5868" providerId="LiveId" clId="{C81E60EF-EF5F-4B4B-A4E1-3178676F15CC}" dt="2026-05-27T04:15:22.659" v="86" actId="255"/>
          <ac:spMkLst>
            <pc:docMk/>
            <pc:sldMk cId="0" sldId="263"/>
            <ac:spMk id="229" creationId="{00000000-0000-0000-0000-000000000000}"/>
          </ac:spMkLst>
        </pc:spChg>
        <pc:picChg chg="add mod">
          <ac:chgData name="ARJUN AVALAKKI MOHAN" userId="be4ab9aaf12c5868" providerId="LiveId" clId="{C81E60EF-EF5F-4B4B-A4E1-3178676F15CC}" dt="2026-05-27T04:13:08.978" v="34" actId="1076"/>
          <ac:picMkLst>
            <pc:docMk/>
            <pc:sldMk cId="0" sldId="263"/>
            <ac:picMk id="3" creationId="{741A04ED-7421-9AB8-1581-89CCD9D747C2}"/>
          </ac:picMkLst>
        </pc:picChg>
      </pc:sldChg>
      <pc:sldChg chg="addSp delSp modSp mod modNotes">
        <pc:chgData name="ARJUN AVALAKKI MOHAN" userId="be4ab9aaf12c5868" providerId="LiveId" clId="{C81E60EF-EF5F-4B4B-A4E1-3178676F15CC}" dt="2026-06-02T06:01:55.586" v="752" actId="20577"/>
        <pc:sldMkLst>
          <pc:docMk/>
          <pc:sldMk cId="0" sldId="265"/>
        </pc:sldMkLst>
        <pc:spChg chg="add del mod">
          <ac:chgData name="ARJUN AVALAKKI MOHAN" userId="be4ab9aaf12c5868" providerId="LiveId" clId="{C81E60EF-EF5F-4B4B-A4E1-3178676F15CC}" dt="2026-06-02T05:07:57.440" v="597" actId="478"/>
          <ac:spMkLst>
            <pc:docMk/>
            <pc:sldMk cId="0" sldId="265"/>
            <ac:spMk id="3" creationId="{7B996978-7489-69AE-5274-7D68F8258D72}"/>
          </ac:spMkLst>
        </pc:spChg>
        <pc:spChg chg="add mod">
          <ac:chgData name="ARJUN AVALAKKI MOHAN" userId="be4ab9aaf12c5868" providerId="LiveId" clId="{C81E60EF-EF5F-4B4B-A4E1-3178676F15CC}" dt="2026-06-02T06:01:55.586" v="752" actId="20577"/>
          <ac:spMkLst>
            <pc:docMk/>
            <pc:sldMk cId="0" sldId="265"/>
            <ac:spMk id="5" creationId="{1C653097-FEC9-05E6-DFA6-D0B3B22F3299}"/>
          </ac:spMkLst>
        </pc:spChg>
        <pc:spChg chg="del mod">
          <ac:chgData name="ARJUN AVALAKKI MOHAN" userId="be4ab9aaf12c5868" providerId="LiveId" clId="{C81E60EF-EF5F-4B4B-A4E1-3178676F15CC}" dt="2026-06-02T05:07:52.119" v="596" actId="478"/>
          <ac:spMkLst>
            <pc:docMk/>
            <pc:sldMk cId="0" sldId="265"/>
            <ac:spMk id="241" creationId="{00000000-0000-0000-0000-000000000000}"/>
          </ac:spMkLst>
        </pc:spChg>
        <pc:graphicFrameChg chg="add del mod">
          <ac:chgData name="ARJUN AVALAKKI MOHAN" userId="be4ab9aaf12c5868" providerId="LiveId" clId="{C81E60EF-EF5F-4B4B-A4E1-3178676F15CC}" dt="2026-06-02T05:24:32.887" v="616" actId="478"/>
          <ac:graphicFrameMkLst>
            <pc:docMk/>
            <pc:sldMk cId="0" sldId="265"/>
            <ac:graphicFrameMk id="2" creationId="{77692009-745C-956A-BC1F-A3F84A178345}"/>
          </ac:graphicFrameMkLst>
        </pc:graphicFrameChg>
        <pc:graphicFrameChg chg="add del mod">
          <ac:chgData name="ARJUN AVALAKKI MOHAN" userId="be4ab9aaf12c5868" providerId="LiveId" clId="{C81E60EF-EF5F-4B4B-A4E1-3178676F15CC}" dt="2026-06-02T05:26:07.007" v="654" actId="478"/>
          <ac:graphicFrameMkLst>
            <pc:docMk/>
            <pc:sldMk cId="0" sldId="265"/>
            <ac:graphicFrameMk id="3" creationId="{1E38200A-0006-2AA5-E782-AD8FCA1BADC2}"/>
          </ac:graphicFrameMkLst>
        </pc:graphicFrameChg>
        <pc:graphicFrameChg chg="add del mod">
          <ac:chgData name="ARJUN AVALAKKI MOHAN" userId="be4ab9aaf12c5868" providerId="LiveId" clId="{C81E60EF-EF5F-4B4B-A4E1-3178676F15CC}" dt="2026-06-02T05:27:09.737" v="680" actId="478"/>
          <ac:graphicFrameMkLst>
            <pc:docMk/>
            <pc:sldMk cId="0" sldId="265"/>
            <ac:graphicFrameMk id="4" creationId="{BE1058CA-DD3B-9E00-69FC-6F1794D64D90}"/>
          </ac:graphicFrameMkLst>
        </pc:graphicFrameChg>
      </pc:sldChg>
      <pc:sldChg chg="modSp mod modNotes">
        <pc:chgData name="ARJUN AVALAKKI MOHAN" userId="be4ab9aaf12c5868" providerId="LiveId" clId="{C81E60EF-EF5F-4B4B-A4E1-3178676F15CC}" dt="2026-06-02T06:02:43.069" v="762" actId="14100"/>
        <pc:sldMkLst>
          <pc:docMk/>
          <pc:sldMk cId="0" sldId="267"/>
        </pc:sldMkLst>
        <pc:spChg chg="mod">
          <ac:chgData name="ARJUN AVALAKKI MOHAN" userId="be4ab9aaf12c5868" providerId="LiveId" clId="{C81E60EF-EF5F-4B4B-A4E1-3178676F15CC}" dt="2026-06-02T06:02:43.069" v="762" actId="14100"/>
          <ac:spMkLst>
            <pc:docMk/>
            <pc:sldMk cId="0" sldId="267"/>
            <ac:spMk id="252" creationId="{00000000-0000-0000-0000-000000000000}"/>
          </ac:spMkLst>
        </pc:spChg>
      </pc:sldChg>
      <pc:sldChg chg="addSp delSp modSp mod modNotes">
        <pc:chgData name="ARJUN AVALAKKI MOHAN" userId="be4ab9aaf12c5868" providerId="LiveId" clId="{C81E60EF-EF5F-4B4B-A4E1-3178676F15CC}" dt="2026-06-02T04:24:44.207" v="178" actId="108"/>
        <pc:sldMkLst>
          <pc:docMk/>
          <pc:sldMk cId="0" sldId="269"/>
        </pc:sldMkLst>
        <pc:spChg chg="add mod">
          <ac:chgData name="ARJUN AVALAKKI MOHAN" userId="be4ab9aaf12c5868" providerId="LiveId" clId="{C81E60EF-EF5F-4B4B-A4E1-3178676F15CC}" dt="2026-06-02T04:24:44.207" v="178" actId="108"/>
          <ac:spMkLst>
            <pc:docMk/>
            <pc:sldMk cId="0" sldId="269"/>
            <ac:spMk id="5" creationId="{E9E3B61F-17F6-2188-6589-BFE74ADDC4CB}"/>
          </ac:spMkLst>
        </pc:spChg>
        <pc:graphicFrameChg chg="add mod">
          <ac:chgData name="ARJUN AVALAKKI MOHAN" userId="be4ab9aaf12c5868" providerId="LiveId" clId="{C81E60EF-EF5F-4B4B-A4E1-3178676F15CC}" dt="2026-06-01T05:15:02.995" v="118"/>
          <ac:graphicFrameMkLst>
            <pc:docMk/>
            <pc:sldMk cId="0" sldId="269"/>
            <ac:graphicFrameMk id="2" creationId="{C5B20F93-1E02-F83F-A2EB-DBAD633AF4F7}"/>
          </ac:graphicFrameMkLst>
        </pc:graphicFrameChg>
        <pc:picChg chg="add mod">
          <ac:chgData name="ARJUN AVALAKKI MOHAN" userId="be4ab9aaf12c5868" providerId="LiveId" clId="{C81E60EF-EF5F-4B4B-A4E1-3178676F15CC}" dt="2026-06-01T05:15:26.041" v="120" actId="1076"/>
          <ac:picMkLst>
            <pc:docMk/>
            <pc:sldMk cId="0" sldId="269"/>
            <ac:picMk id="4" creationId="{BB810124-E5C9-ED18-D2F5-6173976C0BC9}"/>
          </ac:picMkLst>
        </pc:picChg>
        <pc:picChg chg="add mod">
          <ac:chgData name="ARJUN AVALAKKI MOHAN" userId="be4ab9aaf12c5868" providerId="LiveId" clId="{C81E60EF-EF5F-4B4B-A4E1-3178676F15CC}" dt="2026-06-01T05:15:50.046" v="123" actId="1076"/>
          <ac:picMkLst>
            <pc:docMk/>
            <pc:sldMk cId="0" sldId="269"/>
            <ac:picMk id="7" creationId="{7220465E-D0D3-D449-F6C4-FBACE7DDBB6A}"/>
          </ac:picMkLst>
        </pc:picChg>
        <pc:picChg chg="add del mod">
          <ac:chgData name="ARJUN AVALAKKI MOHAN" userId="be4ab9aaf12c5868" providerId="LiveId" clId="{C81E60EF-EF5F-4B4B-A4E1-3178676F15CC}" dt="2026-06-01T05:14:49.762" v="117" actId="478"/>
          <ac:picMkLst>
            <pc:docMk/>
            <pc:sldMk cId="0" sldId="269"/>
            <ac:picMk id="11" creationId="{3AA77A95-45AE-5456-1B90-9CC748EF794E}"/>
          </ac:picMkLst>
        </pc:picChg>
      </pc:sldChg>
      <pc:sldChg chg="addSp delSp modSp mod">
        <pc:chgData name="ARJUN AVALAKKI MOHAN" userId="be4ab9aaf12c5868" providerId="LiveId" clId="{C81E60EF-EF5F-4B4B-A4E1-3178676F15CC}" dt="2026-06-02T04:22:18.350" v="174" actId="122"/>
        <pc:sldMkLst>
          <pc:docMk/>
          <pc:sldMk cId="0" sldId="271"/>
        </pc:sldMkLst>
        <pc:spChg chg="add del mod">
          <ac:chgData name="ARJUN AVALAKKI MOHAN" userId="be4ab9aaf12c5868" providerId="LiveId" clId="{C81E60EF-EF5F-4B4B-A4E1-3178676F15CC}" dt="2026-06-01T05:30:45.253" v="154" actId="478"/>
          <ac:spMkLst>
            <pc:docMk/>
            <pc:sldMk cId="0" sldId="271"/>
            <ac:spMk id="3" creationId="{99E6F135-1A31-51F8-3DAF-1D423CA6F58B}"/>
          </ac:spMkLst>
        </pc:spChg>
        <pc:spChg chg="add mod">
          <ac:chgData name="ARJUN AVALAKKI MOHAN" userId="be4ab9aaf12c5868" providerId="LiveId" clId="{C81E60EF-EF5F-4B4B-A4E1-3178676F15CC}" dt="2026-06-02T04:22:18.350" v="174" actId="122"/>
          <ac:spMkLst>
            <pc:docMk/>
            <pc:sldMk cId="0" sldId="271"/>
            <ac:spMk id="5" creationId="{F2B0C846-C61E-0ADF-5A36-A50856564291}"/>
          </ac:spMkLst>
        </pc:spChg>
        <pc:spChg chg="add del mod">
          <ac:chgData name="ARJUN AVALAKKI MOHAN" userId="be4ab9aaf12c5868" providerId="LiveId" clId="{C81E60EF-EF5F-4B4B-A4E1-3178676F15CC}" dt="2026-06-01T05:30:41.949" v="153" actId="478"/>
          <ac:spMkLst>
            <pc:docMk/>
            <pc:sldMk cId="0" sldId="271"/>
            <ac:spMk id="6" creationId="{9E77B42A-8F11-4B1E-A946-ADA86BDFBEB8}"/>
          </ac:spMkLst>
        </pc:spChg>
        <pc:spChg chg="del mod">
          <ac:chgData name="ARJUN AVALAKKI MOHAN" userId="be4ab9aaf12c5868" providerId="LiveId" clId="{C81E60EF-EF5F-4B4B-A4E1-3178676F15CC}" dt="2026-06-01T05:29:02.073" v="141" actId="478"/>
          <ac:spMkLst>
            <pc:docMk/>
            <pc:sldMk cId="0" sldId="271"/>
            <ac:spMk id="275" creationId="{00000000-0000-0000-0000-000000000000}"/>
          </ac:spMkLst>
        </pc:spChg>
        <pc:picChg chg="add mod">
          <ac:chgData name="ARJUN AVALAKKI MOHAN" userId="be4ab9aaf12c5868" providerId="LiveId" clId="{C81E60EF-EF5F-4B4B-A4E1-3178676F15CC}" dt="2026-06-02T04:22:04.696" v="171" actId="1076"/>
          <ac:picMkLst>
            <pc:docMk/>
            <pc:sldMk cId="0" sldId="271"/>
            <ac:picMk id="8" creationId="{AE3491BB-3730-2915-7AE9-7F7B3C8D387D}"/>
          </ac:picMkLst>
        </pc:picChg>
        <pc:picChg chg="del">
          <ac:chgData name="ARJUN AVALAKKI MOHAN" userId="be4ab9aaf12c5868" providerId="LiveId" clId="{C81E60EF-EF5F-4B4B-A4E1-3178676F15CC}" dt="2026-06-01T05:30:47.479" v="155" actId="478"/>
          <ac:picMkLst>
            <pc:docMk/>
            <pc:sldMk cId="0" sldId="271"/>
            <ac:picMk id="276" creationId="{00000000-0000-0000-0000-000000000000}"/>
          </ac:picMkLst>
        </pc:picChg>
      </pc:sldChg>
      <pc:sldChg chg="addSp modSp mod">
        <pc:chgData name="ARJUN AVALAKKI MOHAN" userId="be4ab9aaf12c5868" providerId="LiveId" clId="{C81E60EF-EF5F-4B4B-A4E1-3178676F15CC}" dt="2026-06-02T04:36:48.803" v="346" actId="14100"/>
        <pc:sldMkLst>
          <pc:docMk/>
          <pc:sldMk cId="0" sldId="272"/>
        </pc:sldMkLst>
        <pc:spChg chg="add mod">
          <ac:chgData name="ARJUN AVALAKKI MOHAN" userId="be4ab9aaf12c5868" providerId="LiveId" clId="{C81E60EF-EF5F-4B4B-A4E1-3178676F15CC}" dt="2026-06-02T04:35:54.997" v="345" actId="6549"/>
          <ac:spMkLst>
            <pc:docMk/>
            <pc:sldMk cId="0" sldId="272"/>
            <ac:spMk id="3" creationId="{333F703D-50D5-0B2E-AA65-37926A25D14B}"/>
          </ac:spMkLst>
        </pc:spChg>
        <pc:spChg chg="mod">
          <ac:chgData name="ARJUN AVALAKKI MOHAN" userId="be4ab9aaf12c5868" providerId="LiveId" clId="{C81E60EF-EF5F-4B4B-A4E1-3178676F15CC}" dt="2026-06-02T04:36:48.803" v="346" actId="14100"/>
          <ac:spMkLst>
            <pc:docMk/>
            <pc:sldMk cId="0" sldId="272"/>
            <ac:spMk id="281" creationId="{00000000-0000-0000-0000-000000000000}"/>
          </ac:spMkLst>
        </pc:spChg>
      </pc:sldChg>
      <pc:sldChg chg="addSp delSp modSp mod">
        <pc:chgData name="ARJUN AVALAKKI MOHAN" userId="be4ab9aaf12c5868" providerId="LiveId" clId="{C81E60EF-EF5F-4B4B-A4E1-3178676F15CC}" dt="2026-06-02T05:00:12.437" v="547"/>
        <pc:sldMkLst>
          <pc:docMk/>
          <pc:sldMk cId="0" sldId="274"/>
        </pc:sldMkLst>
        <pc:spChg chg="add del mod">
          <ac:chgData name="ARJUN AVALAKKI MOHAN" userId="be4ab9aaf12c5868" providerId="LiveId" clId="{C81E60EF-EF5F-4B4B-A4E1-3178676F15CC}" dt="2026-06-02T04:46:01.913" v="464" actId="478"/>
          <ac:spMkLst>
            <pc:docMk/>
            <pc:sldMk cId="0" sldId="274"/>
            <ac:spMk id="5" creationId="{62C9EB06-A0E3-DF57-C30E-0F25595172D1}"/>
          </ac:spMkLst>
        </pc:spChg>
        <pc:spChg chg="del mod">
          <ac:chgData name="ARJUN AVALAKKI MOHAN" userId="be4ab9aaf12c5868" providerId="LiveId" clId="{C81E60EF-EF5F-4B4B-A4E1-3178676F15CC}" dt="2026-06-02T04:45:58.715" v="463" actId="478"/>
          <ac:spMkLst>
            <pc:docMk/>
            <pc:sldMk cId="0" sldId="274"/>
            <ac:spMk id="292" creationId="{00000000-0000-0000-0000-000000000000}"/>
          </ac:spMkLst>
        </pc:spChg>
        <pc:graphicFrameChg chg="add del mod modGraphic">
          <ac:chgData name="ARJUN AVALAKKI MOHAN" userId="be4ab9aaf12c5868" providerId="LiveId" clId="{C81E60EF-EF5F-4B4B-A4E1-3178676F15CC}" dt="2026-06-02T04:45:40.809" v="460" actId="478"/>
          <ac:graphicFrameMkLst>
            <pc:docMk/>
            <pc:sldMk cId="0" sldId="274"/>
            <ac:graphicFrameMk id="2" creationId="{8F7FC879-E6FD-891D-D946-BC13E6FFADB6}"/>
          </ac:graphicFrameMkLst>
        </pc:graphicFrameChg>
        <pc:graphicFrameChg chg="add mod modGraphic">
          <ac:chgData name="ARJUN AVALAKKI MOHAN" userId="be4ab9aaf12c5868" providerId="LiveId" clId="{C81E60EF-EF5F-4B4B-A4E1-3178676F15CC}" dt="2026-06-02T05:00:12.437" v="547"/>
          <ac:graphicFrameMkLst>
            <pc:docMk/>
            <pc:sldMk cId="0" sldId="274"/>
            <ac:graphicFrameMk id="3" creationId="{0C10C70B-A6D6-9B57-1500-ABDB09F363B0}"/>
          </ac:graphicFrameMkLst>
        </pc:graphicFrameChg>
      </pc:sldChg>
      <pc:sldChg chg="addSp delSp modSp mod">
        <pc:chgData name="ARJUN AVALAKKI MOHAN" userId="be4ab9aaf12c5868" providerId="LiveId" clId="{C81E60EF-EF5F-4B4B-A4E1-3178676F15CC}" dt="2026-06-02T05:54:34.832" v="741" actId="20577"/>
        <pc:sldMkLst>
          <pc:docMk/>
          <pc:sldMk cId="0" sldId="276"/>
        </pc:sldMkLst>
        <pc:spChg chg="add mod">
          <ac:chgData name="ARJUN AVALAKKI MOHAN" userId="be4ab9aaf12c5868" providerId="LiveId" clId="{C81E60EF-EF5F-4B4B-A4E1-3178676F15CC}" dt="2026-06-02T05:54:34.832" v="741" actId="20577"/>
          <ac:spMkLst>
            <pc:docMk/>
            <pc:sldMk cId="0" sldId="276"/>
            <ac:spMk id="3" creationId="{8782DC50-C671-C8A0-8A70-6A7C7D8B82F1}"/>
          </ac:spMkLst>
        </pc:spChg>
        <pc:spChg chg="del">
          <ac:chgData name="ARJUN AVALAKKI MOHAN" userId="be4ab9aaf12c5868" providerId="LiveId" clId="{C81E60EF-EF5F-4B4B-A4E1-3178676F15CC}" dt="2026-06-02T05:00:05.382" v="544" actId="478"/>
          <ac:spMkLst>
            <pc:docMk/>
            <pc:sldMk cId="0" sldId="276"/>
            <ac:spMk id="303" creationId="{00000000-0000-0000-0000-000000000000}"/>
          </ac:spMkLst>
        </pc:spChg>
      </pc:sldChg>
      <pc:sldChg chg="del">
        <pc:chgData name="ARJUN AVALAKKI MOHAN" userId="be4ab9aaf12c5868" providerId="LiveId" clId="{C81E60EF-EF5F-4B4B-A4E1-3178676F15CC}" dt="2026-06-02T05:05:58.068" v="591" actId="47"/>
        <pc:sldMkLst>
          <pc:docMk/>
          <pc:sldMk cId="0" sldId="277"/>
        </pc:sldMkLst>
      </pc:sldChg>
      <pc:sldChg chg="del">
        <pc:chgData name="ARJUN AVALAKKI MOHAN" userId="be4ab9aaf12c5868" providerId="LiveId" clId="{C81E60EF-EF5F-4B4B-A4E1-3178676F15CC}" dt="2026-06-02T05:06:00.133" v="592" actId="47"/>
        <pc:sldMkLst>
          <pc:docMk/>
          <pc:sldMk cId="0" sldId="27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9cfc2a9a8d_0_0: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9cfc2a9a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9c24cf9085_0_3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9c24cf9085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a1e537952f_0_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a1e537952f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a1e537952f_0_1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a1e537952f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9dd260ecd2_0_5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g9dd260ecd2_0_5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9c24cf9085_0_3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9c24cf9085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9dd260ecd2_0_7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9dd260ecd2_0_7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9dd260ecd2_0_9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9dd260ecd2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9c24cf9085_0_7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9c24cf9085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a45bde9993_0_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ga45bde9993_0_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a45bde9993_0_1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a45bde999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9dd260ecd2_0_8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g9dd260ecd2_0_8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9c24cf9085_0_4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9c24cf9085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5.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296025" y="8600600"/>
            <a:ext cx="1052250" cy="1052250"/>
          </a:xfrm>
          <a:prstGeom prst="rect">
            <a:avLst/>
          </a:prstGeom>
          <a:noFill/>
          <a:ln>
            <a:noFill/>
          </a:ln>
        </p:spPr>
      </p:pic>
      <p:sp>
        <p:nvSpPr>
          <p:cNvPr id="178" name="Google Shape;178;p51"/>
          <p:cNvSpPr txBox="1">
            <a:spLocks noGrp="1"/>
          </p:cNvSpPr>
          <p:nvPr>
            <p:ph type="title" idx="4294967295"/>
          </p:nvPr>
        </p:nvSpPr>
        <p:spPr>
          <a:xfrm>
            <a:off x="264895" y="96629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Data Governance @ SneakerPark</a:t>
            </a:r>
            <a:endParaRPr sz="4000">
              <a:solidFill>
                <a:srgbClr val="FFFFFF"/>
              </a:solidFill>
            </a:endParaRPr>
          </a:p>
          <a:p>
            <a:pPr marL="0" lvl="0" indent="0" algn="l" rtl="0">
              <a:spcBef>
                <a:spcPts val="0"/>
              </a:spcBef>
              <a:spcAft>
                <a:spcPts val="0"/>
              </a:spcAft>
              <a:buNone/>
            </a:pPr>
            <a:endParaRPr/>
          </a:p>
        </p:txBody>
      </p:sp>
      <p:pic>
        <p:nvPicPr>
          <p:cNvPr id="179" name="Google Shape;179;p51"/>
          <p:cNvPicPr preferRelativeResize="0"/>
          <p:nvPr/>
        </p:nvPicPr>
        <p:blipFill rotWithShape="1">
          <a:blip r:embed="rId4">
            <a:alphaModFix/>
          </a:blip>
          <a:srcRect t="-1820" b="1820"/>
          <a:stretch/>
        </p:blipFill>
        <p:spPr>
          <a:xfrm>
            <a:off x="1617725" y="3728150"/>
            <a:ext cx="4506849" cy="2591575"/>
          </a:xfrm>
          <a:prstGeom prst="rect">
            <a:avLst/>
          </a:prstGeom>
          <a:noFill/>
          <a:ln>
            <a:noFill/>
          </a:ln>
        </p:spPr>
      </p:pic>
      <p:sp>
        <p:nvSpPr>
          <p:cNvPr id="180" name="Google Shape;180;p51"/>
          <p:cNvSpPr txBox="1"/>
          <p:nvPr/>
        </p:nvSpPr>
        <p:spPr>
          <a:xfrm>
            <a:off x="264900" y="9001125"/>
            <a:ext cx="4324200" cy="78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dirty="0">
                <a:solidFill>
                  <a:srgbClr val="EEEEEE"/>
                </a:solidFill>
                <a:latin typeface="Open Sans"/>
                <a:ea typeface="Open Sans"/>
                <a:cs typeface="Open Sans"/>
                <a:sym typeface="Open Sans"/>
              </a:rPr>
              <a:t>Prepared by: Arjun Avalakki Mohan</a:t>
            </a:r>
            <a:endParaRPr i="1" dirty="0">
              <a:solidFill>
                <a:srgbClr val="EEEEEE"/>
              </a:solidFill>
              <a:latin typeface="Open Sans"/>
              <a:ea typeface="Open Sans"/>
              <a:cs typeface="Open Sans"/>
              <a:sym typeface="Open Sans"/>
            </a:endParaRPr>
          </a:p>
          <a:p>
            <a:pPr marL="0" lvl="0" indent="0" algn="l" rtl="0">
              <a:spcBef>
                <a:spcPts val="0"/>
              </a:spcBef>
              <a:spcAft>
                <a:spcPts val="0"/>
              </a:spcAft>
              <a:buNone/>
            </a:pPr>
            <a:endParaRPr i="1" dirty="0">
              <a:solidFill>
                <a:srgbClr val="EEEEEE"/>
              </a:solidFill>
              <a:latin typeface="Open Sans"/>
              <a:ea typeface="Open Sans"/>
              <a:cs typeface="Open Sans"/>
              <a:sym typeface="Open Sans"/>
            </a:endParaRPr>
          </a:p>
          <a:p>
            <a:pPr marL="0" lvl="0" indent="0" algn="l" rtl="0">
              <a:spcBef>
                <a:spcPts val="0"/>
              </a:spcBef>
              <a:spcAft>
                <a:spcPts val="0"/>
              </a:spcAft>
              <a:buNone/>
            </a:pPr>
            <a:r>
              <a:rPr lang="en" i="1" dirty="0">
                <a:solidFill>
                  <a:srgbClr val="EEEEEE"/>
                </a:solidFill>
                <a:latin typeface="Open Sans"/>
                <a:ea typeface="Open Sans"/>
                <a:cs typeface="Open Sans"/>
                <a:sym typeface="Open Sans"/>
              </a:rPr>
              <a:t>Submitted on: 02/06/2026</a:t>
            </a:r>
            <a:endParaRPr i="1" dirty="0">
              <a:solidFill>
                <a:srgbClr val="EEEEEE"/>
              </a:solidFill>
              <a:latin typeface="Open Sans"/>
              <a:ea typeface="Open Sans"/>
              <a:cs typeface="Open Sans"/>
              <a:sym typeface="Open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54"/>
          <p:cNvSpPr txBox="1">
            <a:spLocks noGrp="1"/>
          </p:cNvSpPr>
          <p:nvPr>
            <p:ph type="title"/>
          </p:nvPr>
        </p:nvSpPr>
        <p:spPr>
          <a:xfrm>
            <a:off x="264895" y="1844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Background</a:t>
            </a:r>
            <a:endParaRPr/>
          </a:p>
        </p:txBody>
      </p:sp>
      <p:sp>
        <p:nvSpPr>
          <p:cNvPr id="204" name="Google Shape;204;p54"/>
          <p:cNvSpPr txBox="1">
            <a:spLocks noGrp="1"/>
          </p:cNvSpPr>
          <p:nvPr>
            <p:ph type="body" idx="1"/>
          </p:nvPr>
        </p:nvSpPr>
        <p:spPr>
          <a:xfrm>
            <a:off x="264900" y="1420950"/>
            <a:ext cx="6932700" cy="8332800"/>
          </a:xfrm>
          <a:prstGeom prst="rect">
            <a:avLst/>
          </a:prstGeom>
        </p:spPr>
        <p:txBody>
          <a:bodyPr spcFirstLastPara="1" wrap="square" lIns="91425" tIns="91425" rIns="91425" bIns="91425" anchor="t" anchorCtr="0">
            <a:noAutofit/>
          </a:bodyPr>
          <a:lstStyle/>
          <a:p>
            <a:pPr marL="457200" lvl="0" indent="-336550" algn="just" rtl="0">
              <a:lnSpc>
                <a:spcPct val="150000"/>
              </a:lnSpc>
              <a:spcBef>
                <a:spcPts val="0"/>
              </a:spcBef>
              <a:spcAft>
                <a:spcPts val="0"/>
              </a:spcAft>
              <a:buClr>
                <a:srgbClr val="525C65"/>
              </a:buClr>
              <a:buSzPts val="1700"/>
              <a:buFont typeface="Open Sans"/>
              <a:buChar char="●"/>
            </a:pPr>
            <a:r>
              <a:rPr lang="en" sz="1700" b="1" dirty="0">
                <a:solidFill>
                  <a:srgbClr val="525C65"/>
                </a:solidFill>
                <a:highlight>
                  <a:srgbClr val="FFFFFF"/>
                </a:highlight>
                <a:latin typeface="Open Sans"/>
                <a:ea typeface="Open Sans"/>
                <a:cs typeface="Open Sans"/>
                <a:sym typeface="Open Sans"/>
              </a:rPr>
              <a:t>SneakerPark</a:t>
            </a:r>
            <a:r>
              <a:rPr lang="en" sz="1700" dirty="0">
                <a:solidFill>
                  <a:srgbClr val="525C65"/>
                </a:solidFill>
                <a:highlight>
                  <a:srgbClr val="FFFFFF"/>
                </a:highlight>
                <a:latin typeface="Open Sans"/>
                <a:ea typeface="Open Sans"/>
                <a:cs typeface="Open Sans"/>
                <a:sym typeface="Open Sans"/>
              </a:rPr>
              <a:t> is an online shoe reseller that allows people to buy and sell used and new shoes. Buyers can bid for shoes or buy them outright, and sellers can set a price or sell to the highest bidder.</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Each buyer and seller must have an active account in order to sell, bid, or purchase sneakers using SneakerPark’s website.</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SneakerPark authenticates the shoes before shipping them to the buyer, so before listing an item, the seller must ship it to SneakerPark’s warehouse. Upon receipt, SneakerPark assigns an item number to each pair of sneakers and notifies the seller that they are now free to list their item. If the item is not listed within 45 days, SneakerPark returns it to the seller and sends an invoice to the seller for the shipping cost.</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If the item is found to be inauthentic or in an unacceptable condition, it is also returned back to the seller in a similar fashion.</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When the item sells, the buyer’s account is credited with the purchase price minus the SneakerPark service fee and shipping fees to deliver the item to the buyer.</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Currently, SneakerPark only supports sales within the United States.</a:t>
            </a:r>
            <a:endParaRPr sz="1700" dirty="0">
              <a:solidFill>
                <a:srgbClr val="525C65"/>
              </a:solidFill>
              <a:highlight>
                <a:srgbClr val="FFFFFF"/>
              </a:highlight>
              <a:latin typeface="Open Sans"/>
              <a:ea typeface="Open Sans"/>
              <a:cs typeface="Open Sans"/>
              <a:sym typeface="Open Sans"/>
            </a:endParaRPr>
          </a:p>
          <a:p>
            <a:pPr marL="0" marR="241300" lvl="0" indent="0" algn="just" rtl="0">
              <a:lnSpc>
                <a:spcPct val="150000"/>
              </a:lnSpc>
              <a:spcBef>
                <a:spcPts val="1100"/>
              </a:spcBef>
              <a:spcAft>
                <a:spcPts val="400"/>
              </a:spcAft>
              <a:buClr>
                <a:schemeClr val="dk1"/>
              </a:buClr>
              <a:buSzPts val="1100"/>
              <a:buFont typeface="Arial"/>
              <a:buNone/>
            </a:pPr>
            <a:endParaRPr sz="1700" b="1" dirty="0">
              <a:solidFill>
                <a:srgbClr val="2E3D49"/>
              </a:solidFill>
              <a:highlight>
                <a:srgbClr val="FFFFFF"/>
              </a:highlight>
              <a:latin typeface="Open Sans"/>
              <a:ea typeface="Open Sans"/>
              <a:cs typeface="Open Sans"/>
              <a:sym typeface="Open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55"/>
          <p:cNvSpPr txBox="1">
            <a:spLocks noGrp="1"/>
          </p:cNvSpPr>
          <p:nvPr>
            <p:ph type="title"/>
          </p:nvPr>
        </p:nvSpPr>
        <p:spPr>
          <a:xfrm>
            <a:off x="264895" y="403546"/>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Background (cont’d)</a:t>
            </a:r>
            <a:endParaRPr/>
          </a:p>
        </p:txBody>
      </p:sp>
      <p:sp>
        <p:nvSpPr>
          <p:cNvPr id="210" name="Google Shape;210;p55"/>
          <p:cNvSpPr txBox="1"/>
          <p:nvPr/>
        </p:nvSpPr>
        <p:spPr>
          <a:xfrm>
            <a:off x="228600" y="1562100"/>
            <a:ext cx="6876900" cy="2426400"/>
          </a:xfrm>
          <a:prstGeom prst="rect">
            <a:avLst/>
          </a:prstGeom>
          <a:noFill/>
          <a:ln>
            <a:noFill/>
          </a:ln>
        </p:spPr>
        <p:txBody>
          <a:bodyPr spcFirstLastPara="1" wrap="square" lIns="91425" tIns="91425" rIns="91425" bIns="91425" anchor="t" anchorCtr="0">
            <a:noAutofit/>
          </a:bodyPr>
          <a:lstStyle/>
          <a:p>
            <a:pPr marL="457200" lvl="0" indent="-342900" algn="just" rtl="0">
              <a:lnSpc>
                <a:spcPct val="170000"/>
              </a:lnSpc>
              <a:spcBef>
                <a:spcPts val="0"/>
              </a:spcBef>
              <a:spcAft>
                <a:spcPts val="0"/>
              </a:spcAft>
              <a:buClr>
                <a:srgbClr val="525C65"/>
              </a:buClr>
              <a:buSzPts val="1800"/>
              <a:buFont typeface="Open Sans"/>
              <a:buChar char="●"/>
            </a:pPr>
            <a:r>
              <a:rPr lang="en" sz="1800">
                <a:solidFill>
                  <a:srgbClr val="525C65"/>
                </a:solidFill>
                <a:highlight>
                  <a:srgbClr val="FFFFFF"/>
                </a:highlight>
                <a:latin typeface="Open Sans"/>
                <a:ea typeface="Open Sans"/>
                <a:cs typeface="Open Sans"/>
                <a:sym typeface="Open Sans"/>
              </a:rPr>
              <a:t>Below you can see a diagram that will hopefully help you visualize some of SneakerPark's business processes. Keep in mind that it does not capture ALL processes and every nuance, but simply serves as another artifact to use in your project.</a:t>
            </a:r>
            <a:endParaRPr sz="1800">
              <a:solidFill>
                <a:srgbClr val="525C65"/>
              </a:solidFill>
              <a:highlight>
                <a:srgbClr val="FFFFFF"/>
              </a:highlight>
              <a:latin typeface="Open Sans"/>
              <a:ea typeface="Open Sans"/>
              <a:cs typeface="Open Sans"/>
              <a:sym typeface="Open Sans"/>
            </a:endParaRPr>
          </a:p>
        </p:txBody>
      </p:sp>
      <p:pic>
        <p:nvPicPr>
          <p:cNvPr id="211" name="Google Shape;211;p55"/>
          <p:cNvPicPr preferRelativeResize="0"/>
          <p:nvPr/>
        </p:nvPicPr>
        <p:blipFill>
          <a:blip r:embed="rId3">
            <a:alphaModFix/>
          </a:blip>
          <a:stretch>
            <a:fillRect/>
          </a:stretch>
        </p:blipFill>
        <p:spPr>
          <a:xfrm>
            <a:off x="152400" y="4140900"/>
            <a:ext cx="7467599" cy="470863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15"/>
        <p:cNvGrpSpPr/>
        <p:nvPr/>
      </p:nvGrpSpPr>
      <p:grpSpPr>
        <a:xfrm>
          <a:off x="0" y="0"/>
          <a:ext cx="0" cy="0"/>
          <a:chOff x="0" y="0"/>
          <a:chExt cx="0" cy="0"/>
        </a:xfrm>
      </p:grpSpPr>
      <p:sp>
        <p:nvSpPr>
          <p:cNvPr id="216" name="Google Shape;216;p56"/>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17" name="Google Shape;217;p56"/>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18" name="Google Shape;218;p56"/>
          <p:cNvSpPr/>
          <p:nvPr/>
        </p:nvSpPr>
        <p:spPr>
          <a:xfrm>
            <a:off x="911700" y="4003550"/>
            <a:ext cx="5949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1: Enterprise Data Model</a:t>
            </a:r>
            <a:endParaRPr sz="3000">
              <a:solidFill>
                <a:srgbClr val="FFFFFF"/>
              </a:solidFill>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58"/>
          <p:cNvSpPr txBox="1"/>
          <p:nvPr/>
        </p:nvSpPr>
        <p:spPr>
          <a:xfrm>
            <a:off x="466650" y="467050"/>
            <a:ext cx="6839100" cy="800100"/>
          </a:xfrm>
          <a:prstGeom prst="rect">
            <a:avLst/>
          </a:prstGeom>
          <a:noFill/>
          <a:ln>
            <a:noFill/>
          </a:ln>
        </p:spPr>
        <p:txBody>
          <a:bodyPr spcFirstLastPara="1" wrap="square" lIns="91425" tIns="91425" rIns="91425" bIns="91425" anchor="t" anchorCtr="0">
            <a:noAutofit/>
          </a:bodyPr>
          <a:lstStyle/>
          <a:p>
            <a:pPr marL="0" lvl="0" indent="0" algn="ctr" rtl="0">
              <a:lnSpc>
                <a:spcPct val="170000"/>
              </a:lnSpc>
              <a:spcBef>
                <a:spcPts val="0"/>
              </a:spcBef>
              <a:spcAft>
                <a:spcPts val="0"/>
              </a:spcAft>
              <a:buNone/>
            </a:pPr>
            <a:r>
              <a:rPr lang="en-US" sz="2000" b="1" dirty="0" err="1">
                <a:solidFill>
                  <a:schemeClr val="tx1"/>
                </a:solidFill>
                <a:highlight>
                  <a:schemeClr val="lt1"/>
                </a:highlight>
                <a:latin typeface="Open Sans"/>
                <a:ea typeface="Open Sans"/>
                <a:cs typeface="Open Sans"/>
                <a:sym typeface="Open Sans"/>
              </a:rPr>
              <a:t>SneakerPark</a:t>
            </a:r>
            <a:r>
              <a:rPr lang="en-US" sz="2000" b="1" dirty="0">
                <a:solidFill>
                  <a:schemeClr val="tx1"/>
                </a:solidFill>
                <a:highlight>
                  <a:schemeClr val="lt1"/>
                </a:highlight>
                <a:latin typeface="Open Sans"/>
                <a:ea typeface="Open Sans"/>
                <a:cs typeface="Open Sans"/>
                <a:sym typeface="Open Sans"/>
              </a:rPr>
              <a:t> – Enterprise Conceptual Data Model</a:t>
            </a:r>
            <a:endParaRPr sz="2000" b="1" dirty="0">
              <a:solidFill>
                <a:schemeClr val="tx1"/>
              </a:solidFill>
              <a:highlight>
                <a:schemeClr val="lt1"/>
              </a:highlight>
              <a:latin typeface="Open Sans"/>
              <a:ea typeface="Open Sans"/>
              <a:cs typeface="Open Sans"/>
              <a:sym typeface="Open Sans"/>
            </a:endParaRPr>
          </a:p>
        </p:txBody>
      </p:sp>
      <p:pic>
        <p:nvPicPr>
          <p:cNvPr id="3" name="Picture 2">
            <a:extLst>
              <a:ext uri="{FF2B5EF4-FFF2-40B4-BE49-F238E27FC236}">
                <a16:creationId xmlns:a16="http://schemas.microsoft.com/office/drawing/2014/main" id="{741A04ED-7421-9AB8-1581-89CCD9D747C2}"/>
              </a:ext>
            </a:extLst>
          </p:cNvPr>
          <p:cNvPicPr>
            <a:picLocks noChangeAspect="1"/>
          </p:cNvPicPr>
          <p:nvPr/>
        </p:nvPicPr>
        <p:blipFill>
          <a:blip r:embed="rId3"/>
          <a:stretch>
            <a:fillRect/>
          </a:stretch>
        </p:blipFill>
        <p:spPr>
          <a:xfrm>
            <a:off x="0" y="1669515"/>
            <a:ext cx="7587049" cy="40255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4"/>
        <p:cNvGrpSpPr/>
        <p:nvPr/>
      </p:nvGrpSpPr>
      <p:grpSpPr>
        <a:xfrm>
          <a:off x="0" y="0"/>
          <a:ext cx="0" cy="0"/>
          <a:chOff x="0" y="0"/>
          <a:chExt cx="0" cy="0"/>
        </a:xfrm>
      </p:grpSpPr>
      <p:sp>
        <p:nvSpPr>
          <p:cNvPr id="235" name="Google Shape;235;p59"/>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36" name="Google Shape;236;p59"/>
          <p:cNvSpPr/>
          <p:nvPr/>
        </p:nvSpPr>
        <p:spPr>
          <a:xfrm>
            <a:off x="911700" y="4003550"/>
            <a:ext cx="5949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2: Metadata</a:t>
            </a:r>
            <a:endParaRPr sz="3000">
              <a:solidFill>
                <a:srgbClr val="FFFFFF"/>
              </a:solidFill>
              <a:latin typeface="Open Sans"/>
              <a:ea typeface="Open Sans"/>
              <a:cs typeface="Open Sans"/>
              <a:sym typeface="Open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5" name="TextBox 4">
            <a:extLst>
              <a:ext uri="{FF2B5EF4-FFF2-40B4-BE49-F238E27FC236}">
                <a16:creationId xmlns:a16="http://schemas.microsoft.com/office/drawing/2014/main" id="{1C653097-FEC9-05E6-DFA6-D0B3B22F3299}"/>
              </a:ext>
            </a:extLst>
          </p:cNvPr>
          <p:cNvSpPr txBox="1"/>
          <p:nvPr/>
        </p:nvSpPr>
        <p:spPr>
          <a:xfrm>
            <a:off x="359890" y="597985"/>
            <a:ext cx="7052619" cy="1077218"/>
          </a:xfrm>
          <a:prstGeom prst="rect">
            <a:avLst/>
          </a:prstGeom>
          <a:noFill/>
        </p:spPr>
        <p:txBody>
          <a:bodyPr wrap="square">
            <a:spAutoFit/>
          </a:bodyPr>
          <a:lstStyle/>
          <a:p>
            <a:r>
              <a:rPr lang="en-GB" sz="1600" b="1" dirty="0">
                <a:latin typeface="Open Sans" panose="020B0606030504020204" pitchFamily="34" charset="0"/>
                <a:ea typeface="Open Sans" panose="020B0606030504020204" pitchFamily="34" charset="0"/>
                <a:cs typeface="Open Sans" panose="020B0606030504020204" pitchFamily="34" charset="0"/>
              </a:rPr>
              <a:t>Metadata (Enterprise Data </a:t>
            </a:r>
            <a:r>
              <a:rPr lang="en-GB" sz="1600" b="1" dirty="0" err="1">
                <a:latin typeface="Open Sans" panose="020B0606030504020204" pitchFamily="34" charset="0"/>
                <a:ea typeface="Open Sans" panose="020B0606030504020204" pitchFamily="34" charset="0"/>
                <a:cs typeface="Open Sans" panose="020B0606030504020204" pitchFamily="34" charset="0"/>
              </a:rPr>
              <a:t>Catalog</a:t>
            </a:r>
            <a:r>
              <a:rPr lang="en-GB" sz="1600" b="1" dirty="0">
                <a:latin typeface="Open Sans" panose="020B0606030504020204" pitchFamily="34" charset="0"/>
                <a:ea typeface="Open Sans" panose="020B0606030504020204" pitchFamily="34" charset="0"/>
                <a:cs typeface="Open Sans" panose="020B0606030504020204" pitchFamily="34" charset="0"/>
              </a:rPr>
              <a:t> &amp; Data Dictionary)</a:t>
            </a:r>
          </a:p>
          <a:p>
            <a:endParaRPr lang="en-GB" sz="1600" b="1" dirty="0">
              <a:latin typeface="Open Sans" panose="020B0606030504020204" pitchFamily="34" charset="0"/>
              <a:ea typeface="Open Sans" panose="020B0606030504020204" pitchFamily="34" charset="0"/>
              <a:cs typeface="Open Sans" panose="020B0606030504020204" pitchFamily="34" charset="0"/>
            </a:endParaRPr>
          </a:p>
          <a:p>
            <a:r>
              <a:rPr lang="en-GB" sz="1600" dirty="0">
                <a:latin typeface="Open Sans" panose="020B0606030504020204" pitchFamily="34" charset="0"/>
                <a:ea typeface="Open Sans" panose="020B0606030504020204" pitchFamily="34" charset="0"/>
                <a:cs typeface="Open Sans" panose="020B0606030504020204" pitchFamily="34" charset="0"/>
              </a:rPr>
              <a:t>The Enterprise Data </a:t>
            </a:r>
            <a:r>
              <a:rPr lang="en-GB" sz="1600" dirty="0" err="1">
                <a:latin typeface="Open Sans" panose="020B0606030504020204" pitchFamily="34" charset="0"/>
                <a:ea typeface="Open Sans" panose="020B0606030504020204" pitchFamily="34" charset="0"/>
                <a:cs typeface="Open Sans" panose="020B0606030504020204" pitchFamily="34" charset="0"/>
              </a:rPr>
              <a:t>Catalog</a:t>
            </a:r>
            <a:r>
              <a:rPr lang="en-GB" sz="1600" dirty="0">
                <a:latin typeface="Open Sans" panose="020B0606030504020204" pitchFamily="34" charset="0"/>
                <a:ea typeface="Open Sans" panose="020B0606030504020204" pitchFamily="34" charset="0"/>
                <a:cs typeface="Open Sans" panose="020B0606030504020204" pitchFamily="34" charset="0"/>
              </a:rPr>
              <a:t> and Data Dictionary have been completed in the accompanying spreadsheet template submitted with this project.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45"/>
        <p:cNvGrpSpPr/>
        <p:nvPr/>
      </p:nvGrpSpPr>
      <p:grpSpPr>
        <a:xfrm>
          <a:off x="0" y="0"/>
          <a:ext cx="0" cy="0"/>
          <a:chOff x="0" y="0"/>
          <a:chExt cx="0" cy="0"/>
        </a:xfrm>
      </p:grpSpPr>
      <p:sp>
        <p:nvSpPr>
          <p:cNvPr id="246" name="Google Shape;246;p61"/>
          <p:cNvSpPr/>
          <p:nvPr/>
        </p:nvSpPr>
        <p:spPr>
          <a:xfrm>
            <a:off x="1051200" y="4003550"/>
            <a:ext cx="5670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1: Profiling and Cleansing</a:t>
            </a:r>
            <a:endParaRPr sz="3000">
              <a:solidFill>
                <a:srgbClr val="FFFFFF"/>
              </a:solidFill>
              <a:latin typeface="Open Sans"/>
              <a:ea typeface="Open Sans"/>
              <a:cs typeface="Open Sans"/>
              <a:sym typeface="Open Sans"/>
            </a:endParaRPr>
          </a:p>
        </p:txBody>
      </p:sp>
      <p:sp>
        <p:nvSpPr>
          <p:cNvPr id="247" name="Google Shape;247;p61"/>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62"/>
          <p:cNvSpPr txBox="1"/>
          <p:nvPr/>
        </p:nvSpPr>
        <p:spPr>
          <a:xfrm>
            <a:off x="480900" y="573956"/>
            <a:ext cx="6810600" cy="2280455"/>
          </a:xfrm>
          <a:prstGeom prst="rect">
            <a:avLst/>
          </a:prstGeom>
          <a:noFill/>
          <a:ln>
            <a:noFill/>
          </a:ln>
        </p:spPr>
        <p:txBody>
          <a:bodyPr spcFirstLastPara="1" wrap="square" lIns="91425" tIns="91425" rIns="91425" bIns="91425" anchor="t" anchorCtr="0">
            <a:noAutofit/>
          </a:bodyPr>
          <a:lstStyle/>
          <a:p>
            <a:r>
              <a:rPr lang="en-GB" sz="1600" b="1" dirty="0">
                <a:latin typeface="Open Sans" panose="020B0606030504020204" pitchFamily="34" charset="0"/>
                <a:ea typeface="Open Sans" panose="020B0606030504020204" pitchFamily="34" charset="0"/>
                <a:cs typeface="Open Sans" panose="020B0606030504020204" pitchFamily="34" charset="0"/>
              </a:rPr>
              <a:t>Data Quality</a:t>
            </a:r>
          </a:p>
          <a:p>
            <a:endParaRPr lang="en-GB" sz="1600" b="1" dirty="0">
              <a:latin typeface="Open Sans" panose="020B0606030504020204" pitchFamily="34" charset="0"/>
              <a:ea typeface="Open Sans" panose="020B0606030504020204" pitchFamily="34" charset="0"/>
              <a:cs typeface="Open Sans" panose="020B0606030504020204" pitchFamily="34" charset="0"/>
            </a:endParaRPr>
          </a:p>
          <a:p>
            <a:r>
              <a:rPr lang="en-GB" sz="1600" dirty="0">
                <a:latin typeface="Open Sans" panose="020B0606030504020204" pitchFamily="34" charset="0"/>
                <a:ea typeface="Open Sans" panose="020B0606030504020204" pitchFamily="34" charset="0"/>
                <a:cs typeface="Open Sans" panose="020B0606030504020204" pitchFamily="34" charset="0"/>
              </a:rPr>
              <a:t>Four data quality issues were identified during profiling, including one foreseeable future issue.</a:t>
            </a:r>
          </a:p>
          <a:p>
            <a:endParaRPr lang="en-GB" sz="1600" dirty="0"/>
          </a:p>
          <a:p>
            <a:r>
              <a:rPr lang="en-GB" sz="1600" dirty="0">
                <a:latin typeface="Open Sans" panose="020B0606030504020204" pitchFamily="34" charset="0"/>
                <a:ea typeface="Open Sans" panose="020B0606030504020204" pitchFamily="34" charset="0"/>
                <a:cs typeface="Open Sans" panose="020B0606030504020204" pitchFamily="34" charset="0"/>
              </a:rPr>
              <a:t>The Data Quality Issues, Rules, Metrics and Dashboard supporting information have been completed in the accompanying spreadsheet template submitted with this project.</a:t>
            </a:r>
            <a:endParaRPr lang="en-GB" sz="1600" dirty="0">
              <a:solidFill>
                <a:srgbClr val="525C65"/>
              </a:solidFill>
              <a:highlight>
                <a:srgbClr val="FFFFFF"/>
              </a:highlight>
              <a:latin typeface="Open Sans"/>
              <a:ea typeface="Open Sans"/>
              <a:cs typeface="Open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56"/>
        <p:cNvGrpSpPr/>
        <p:nvPr/>
      </p:nvGrpSpPr>
      <p:grpSpPr>
        <a:xfrm>
          <a:off x="0" y="0"/>
          <a:ext cx="0" cy="0"/>
          <a:chOff x="0" y="0"/>
          <a:chExt cx="0" cy="0"/>
        </a:xfrm>
      </p:grpSpPr>
      <p:sp>
        <p:nvSpPr>
          <p:cNvPr id="257" name="Google Shape;257;p63"/>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4</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2: Monitoring</a:t>
            </a:r>
            <a:endParaRPr sz="3000">
              <a:solidFill>
                <a:srgbClr val="FFFFFF"/>
              </a:solidFill>
              <a:latin typeface="Open Sans"/>
              <a:ea typeface="Open Sans"/>
              <a:cs typeface="Open Sans"/>
              <a:sym typeface="Open Sans"/>
            </a:endParaRPr>
          </a:p>
        </p:txBody>
      </p:sp>
      <p:sp>
        <p:nvSpPr>
          <p:cNvPr id="258" name="Google Shape;258;p63"/>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5" name="TextBox 4">
            <a:extLst>
              <a:ext uri="{FF2B5EF4-FFF2-40B4-BE49-F238E27FC236}">
                <a16:creationId xmlns:a16="http://schemas.microsoft.com/office/drawing/2014/main" id="{E9E3B61F-17F6-2188-6589-BFE74ADDC4CB}"/>
              </a:ext>
            </a:extLst>
          </p:cNvPr>
          <p:cNvSpPr txBox="1"/>
          <p:nvPr/>
        </p:nvSpPr>
        <p:spPr>
          <a:xfrm>
            <a:off x="609141" y="7064336"/>
            <a:ext cx="6764236" cy="2031325"/>
          </a:xfrm>
          <a:prstGeom prst="rect">
            <a:avLst/>
          </a:prstGeom>
          <a:noFill/>
        </p:spPr>
        <p:txBody>
          <a:bodyPr wrap="square">
            <a:spAutoFit/>
          </a:bodyPr>
          <a:lstStyle/>
          <a:p>
            <a:r>
              <a:rPr lang="en-GB" dirty="0">
                <a:latin typeface="Open Sans" panose="020B0606030504020204" pitchFamily="34" charset="0"/>
                <a:ea typeface="Open Sans" panose="020B0606030504020204" pitchFamily="34" charset="0"/>
                <a:cs typeface="Open Sans" panose="020B0606030504020204" pitchFamily="34" charset="0"/>
              </a:rPr>
              <a:t>The dashboard highlights data quality issues identified during profiling of the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data. The most significant issues are invalid customer email addresses and inconsistencies between listing information and inventory item data. Missing shipping addresses were identified in a smaller number of order records. </a:t>
            </a:r>
            <a:r>
              <a:rPr lang="en-US" dirty="0">
                <a:latin typeface="Open Sans" panose="020B0606030504020204" pitchFamily="34" charset="0"/>
                <a:ea typeface="Open Sans" panose="020B0606030504020204" pitchFamily="34" charset="0"/>
                <a:cs typeface="Open Sans" panose="020B0606030504020204" pitchFamily="34" charset="0"/>
              </a:rPr>
              <a:t>While no duplicate customer accounts were found in the current dataset, this remains a potential future risk as the business continues to grow.</a:t>
            </a:r>
          </a:p>
          <a:p>
            <a:endParaRPr lang="en-US" dirty="0">
              <a:latin typeface="Open Sans" panose="020B0606030504020204" pitchFamily="34" charset="0"/>
              <a:ea typeface="Open Sans" panose="020B0606030504020204" pitchFamily="34" charset="0"/>
              <a:cs typeface="Open Sans" panose="020B0606030504020204" pitchFamily="34" charset="0"/>
            </a:endParaRPr>
          </a:p>
          <a:p>
            <a:r>
              <a:rPr lang="en-GB" dirty="0">
                <a:latin typeface="Open Sans" panose="020B0606030504020204" pitchFamily="34" charset="0"/>
                <a:ea typeface="Open Sans" panose="020B0606030504020204" pitchFamily="34" charset="0"/>
                <a:cs typeface="Open Sans" panose="020B0606030504020204" pitchFamily="34" charset="0"/>
              </a:rPr>
              <a:t>These metrics should be monitored regularly to ensure compliance with data quality rules and to support future Master Data Management initiatives.</a:t>
            </a:r>
          </a:p>
        </p:txBody>
      </p:sp>
      <p:pic>
        <p:nvPicPr>
          <p:cNvPr id="4" name="Picture 3">
            <a:extLst>
              <a:ext uri="{FF2B5EF4-FFF2-40B4-BE49-F238E27FC236}">
                <a16:creationId xmlns:a16="http://schemas.microsoft.com/office/drawing/2014/main" id="{BB810124-E5C9-ED18-D2F5-6173976C0BC9}"/>
              </a:ext>
            </a:extLst>
          </p:cNvPr>
          <p:cNvPicPr>
            <a:picLocks noChangeAspect="1"/>
          </p:cNvPicPr>
          <p:nvPr/>
        </p:nvPicPr>
        <p:blipFill>
          <a:blip r:embed="rId3"/>
          <a:stretch>
            <a:fillRect/>
          </a:stretch>
        </p:blipFill>
        <p:spPr>
          <a:xfrm>
            <a:off x="513879" y="212924"/>
            <a:ext cx="6687483" cy="5134692"/>
          </a:xfrm>
          <a:prstGeom prst="rect">
            <a:avLst/>
          </a:prstGeom>
        </p:spPr>
      </p:pic>
      <p:pic>
        <p:nvPicPr>
          <p:cNvPr id="7" name="Picture 6">
            <a:extLst>
              <a:ext uri="{FF2B5EF4-FFF2-40B4-BE49-F238E27FC236}">
                <a16:creationId xmlns:a16="http://schemas.microsoft.com/office/drawing/2014/main" id="{7220465E-D0D3-D449-F6C4-FBACE7DDBB6A}"/>
              </a:ext>
            </a:extLst>
          </p:cNvPr>
          <p:cNvPicPr>
            <a:picLocks noChangeAspect="1"/>
          </p:cNvPicPr>
          <p:nvPr/>
        </p:nvPicPr>
        <p:blipFill>
          <a:blip r:embed="rId4"/>
          <a:stretch>
            <a:fillRect/>
          </a:stretch>
        </p:blipFill>
        <p:spPr>
          <a:xfrm>
            <a:off x="609141" y="5506106"/>
            <a:ext cx="6496957" cy="120031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539850" y="4051175"/>
            <a:ext cx="66927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5</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Master Data Management</a:t>
            </a:r>
            <a:endParaRPr sz="3000">
              <a:solidFill>
                <a:srgbClr val="FFFFFF"/>
              </a:solidFill>
              <a:latin typeface="Open Sans"/>
              <a:ea typeface="Open Sans"/>
              <a:cs typeface="Open Sans"/>
              <a:sym typeface="Open Sans"/>
            </a:endParaRPr>
          </a:p>
          <a:p>
            <a:pPr marL="0" lvl="0" indent="0" algn="ctr" rtl="0">
              <a:lnSpc>
                <a:spcPct val="150000"/>
              </a:lnSpc>
              <a:spcBef>
                <a:spcPts val="0"/>
              </a:spcBef>
              <a:spcAft>
                <a:spcPts val="0"/>
              </a:spcAft>
              <a:buClr>
                <a:schemeClr val="lt1"/>
              </a:buClr>
              <a:buFont typeface="Open Sans"/>
              <a:buNone/>
            </a:pPr>
            <a:r>
              <a:rPr lang="en" sz="3000">
                <a:solidFill>
                  <a:schemeClr val="lt1"/>
                </a:solidFill>
                <a:latin typeface="Open Sans"/>
                <a:ea typeface="Open Sans"/>
                <a:cs typeface="Open Sans"/>
                <a:sym typeface="Open Sans"/>
              </a:rPr>
              <a:t>Part 1: MDM Architecture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5" name="TextBox 4">
            <a:extLst>
              <a:ext uri="{FF2B5EF4-FFF2-40B4-BE49-F238E27FC236}">
                <a16:creationId xmlns:a16="http://schemas.microsoft.com/office/drawing/2014/main" id="{F2B0C846-C61E-0ADF-5A36-A50856564291}"/>
              </a:ext>
            </a:extLst>
          </p:cNvPr>
          <p:cNvSpPr txBox="1"/>
          <p:nvPr/>
        </p:nvSpPr>
        <p:spPr>
          <a:xfrm>
            <a:off x="37070" y="737445"/>
            <a:ext cx="7735330" cy="707886"/>
          </a:xfrm>
          <a:prstGeom prst="rect">
            <a:avLst/>
          </a:prstGeom>
          <a:noFill/>
        </p:spPr>
        <p:txBody>
          <a:bodyPr wrap="square">
            <a:spAutoFit/>
          </a:bodyPr>
          <a:lstStyle/>
          <a:p>
            <a:pPr algn="ctr"/>
            <a:r>
              <a:rPr lang="en-GB" sz="2000" b="1" dirty="0">
                <a:solidFill>
                  <a:schemeClr val="tx1"/>
                </a:solidFill>
                <a:highlight>
                  <a:schemeClr val="lt1"/>
                </a:highlight>
                <a:latin typeface="Open Sans"/>
                <a:ea typeface="Open Sans"/>
                <a:cs typeface="Open Sans"/>
              </a:rPr>
              <a:t>SNEAKERPARK HYBRID (COEXISTENCE) </a:t>
            </a:r>
          </a:p>
          <a:p>
            <a:pPr algn="ctr"/>
            <a:r>
              <a:rPr lang="en-GB" sz="2000" b="1" dirty="0">
                <a:solidFill>
                  <a:schemeClr val="tx1"/>
                </a:solidFill>
                <a:highlight>
                  <a:schemeClr val="lt1"/>
                </a:highlight>
                <a:latin typeface="Open Sans"/>
                <a:ea typeface="Open Sans"/>
                <a:cs typeface="Open Sans"/>
              </a:rPr>
              <a:t>MDM ARCHITECTURE</a:t>
            </a:r>
          </a:p>
        </p:txBody>
      </p:sp>
      <p:pic>
        <p:nvPicPr>
          <p:cNvPr id="8" name="Picture 7">
            <a:extLst>
              <a:ext uri="{FF2B5EF4-FFF2-40B4-BE49-F238E27FC236}">
                <a16:creationId xmlns:a16="http://schemas.microsoft.com/office/drawing/2014/main" id="{AE3491BB-3730-2915-7AE9-7F7B3C8D387D}"/>
              </a:ext>
            </a:extLst>
          </p:cNvPr>
          <p:cNvPicPr>
            <a:picLocks noChangeAspect="1"/>
          </p:cNvPicPr>
          <p:nvPr/>
        </p:nvPicPr>
        <p:blipFill>
          <a:blip r:embed="rId3"/>
          <a:stretch>
            <a:fillRect/>
          </a:stretch>
        </p:blipFill>
        <p:spPr>
          <a:xfrm>
            <a:off x="160638" y="2412035"/>
            <a:ext cx="7451124" cy="550864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body" idx="1"/>
          </p:nvPr>
        </p:nvSpPr>
        <p:spPr>
          <a:xfrm>
            <a:off x="465150" y="524225"/>
            <a:ext cx="6842100" cy="538456"/>
          </a:xfrm>
          <a:prstGeom prst="rect">
            <a:avLst/>
          </a:prstGeom>
        </p:spPr>
        <p:txBody>
          <a:bodyPr spcFirstLastPara="1" wrap="square" lIns="91425" tIns="91425" rIns="91425" bIns="91425" anchor="t" anchorCtr="0">
            <a:noAutofit/>
          </a:bodyPr>
          <a:lstStyle/>
          <a:p>
            <a:pPr marL="0" lvl="0" indent="0" algn="just" rtl="0">
              <a:spcBef>
                <a:spcPts val="0"/>
              </a:spcBef>
              <a:spcAft>
                <a:spcPts val="1600"/>
              </a:spcAft>
              <a:buClr>
                <a:schemeClr val="dk1"/>
              </a:buClr>
              <a:buSzPts val="1100"/>
              <a:buFont typeface="Arial"/>
              <a:buNone/>
            </a:pPr>
            <a:r>
              <a:rPr lang="en" sz="2200" b="1" dirty="0">
                <a:solidFill>
                  <a:srgbClr val="525C65"/>
                </a:solidFill>
                <a:highlight>
                  <a:schemeClr val="lt1"/>
                </a:highlight>
                <a:latin typeface="Open Sans"/>
                <a:ea typeface="Open Sans"/>
                <a:cs typeface="Open Sans"/>
                <a:sym typeface="Open Sans"/>
              </a:rPr>
              <a:t>Explanation:</a:t>
            </a:r>
          </a:p>
        </p:txBody>
      </p:sp>
      <p:sp>
        <p:nvSpPr>
          <p:cNvPr id="3" name="TextBox 2">
            <a:extLst>
              <a:ext uri="{FF2B5EF4-FFF2-40B4-BE49-F238E27FC236}">
                <a16:creationId xmlns:a16="http://schemas.microsoft.com/office/drawing/2014/main" id="{333F703D-50D5-0B2E-AA65-37926A25D14B}"/>
              </a:ext>
            </a:extLst>
          </p:cNvPr>
          <p:cNvSpPr txBox="1"/>
          <p:nvPr/>
        </p:nvSpPr>
        <p:spPr>
          <a:xfrm>
            <a:off x="465150" y="1209875"/>
            <a:ext cx="6842099" cy="8710077"/>
          </a:xfrm>
          <a:prstGeom prst="rect">
            <a:avLst/>
          </a:prstGeom>
          <a:noFill/>
        </p:spPr>
        <p:txBody>
          <a:bodyPr wrap="square">
            <a:spAutoFit/>
          </a:bodyPr>
          <a:lstStyle/>
          <a:p>
            <a:r>
              <a:rPr lang="en-GB" dirty="0">
                <a:latin typeface="Open Sans" panose="020B0606030504020204" pitchFamily="34" charset="0"/>
                <a:ea typeface="Open Sans" panose="020B0606030504020204" pitchFamily="34" charset="0"/>
                <a:cs typeface="Open Sans" panose="020B0606030504020204" pitchFamily="34" charset="0"/>
              </a:rPr>
              <a:t>I chose the Hybrid (Co-Existence) MDM approach because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already has several systems that manage different parts of the business, such as customers, listings, inventory, orders and customer service. Replacing these systems with a fully centralised solution would require significant changes and could disrupt existing operations. The Hybrid approach allows these systems to continue working as they do today while sharing trusted master data through a central MDM Hub.</a:t>
            </a:r>
          </a:p>
          <a:p>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The source systems continue to create and maintain operational data, while important customer and product information is shared with the MDM Hub.</a:t>
            </a:r>
          </a:p>
          <a:p>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Data from the source systems is first loaded into a staging area. During this process, the data is validated, standardised and checked for duplicates. This helps improve data quality before the information is loaded into the MDM Hub.</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The MDM Hub acts as the central location for trusted master data. It stores the Golden Records for customers and sneaker items and applies data quality, matching and deduplication rules. This creates a single source of truth that can be used across the business. </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This architecture also supports bi-directional synchronisation. When master data is corrected, standardised or merged within the MDM Hub, trusted data can be synchronised back to operational systems to improve consistency across the organisation.</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The trusted data from the MDM Hub can then be used by “Analytics Dashboard”, “Customer Insights” and “AI Recommendation Engine”</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r>
              <a:rPr lang="en-GB" u="sng" dirty="0">
                <a:latin typeface="Open Sans" panose="020B0606030504020204" pitchFamily="34" charset="0"/>
                <a:ea typeface="Open Sans" panose="020B0606030504020204" pitchFamily="34" charset="0"/>
                <a:cs typeface="Open Sans" panose="020B0606030504020204" pitchFamily="34" charset="0"/>
              </a:rPr>
              <a:t>The main benefits of this approach are:</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Improved data quality and consistency.</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Reduced duplicate records.</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A single source of truth for customer and product data.</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Minimal impact on existing systems.</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Better support for reporting, analytics and future AI initiatives.</a:t>
            </a:r>
          </a:p>
          <a:p>
            <a:endParaRPr lang="en-GB" dirty="0">
              <a:latin typeface="Open Sans" panose="020B0606030504020204" pitchFamily="34" charset="0"/>
              <a:ea typeface="Open Sans" panose="020B0606030504020204" pitchFamily="34" charset="0"/>
              <a:cs typeface="Open Sans" panose="020B0606030504020204" pitchFamily="34" charset="0"/>
            </a:endParaRPr>
          </a:p>
          <a:p>
            <a:r>
              <a:rPr lang="en-GB" dirty="0">
                <a:latin typeface="Open Sans" panose="020B0606030504020204" pitchFamily="34" charset="0"/>
                <a:ea typeface="Open Sans" panose="020B0606030504020204" pitchFamily="34" charset="0"/>
                <a:cs typeface="Open Sans" panose="020B0606030504020204" pitchFamily="34" charset="0"/>
              </a:rPr>
              <a:t>Overall, the Hybrid (Co-Existence) MDM approach provides a practical way for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to improve data quality and governance without making major changes to its existing systems.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85"/>
        <p:cNvGrpSpPr/>
        <p:nvPr/>
      </p:nvGrpSpPr>
      <p:grpSpPr>
        <a:xfrm>
          <a:off x="0" y="0"/>
          <a:ext cx="0" cy="0"/>
          <a:chOff x="0" y="0"/>
          <a:chExt cx="0" cy="0"/>
        </a:xfrm>
      </p:grpSpPr>
      <p:sp>
        <p:nvSpPr>
          <p:cNvPr id="286" name="Google Shape;286;p68"/>
          <p:cNvSpPr/>
          <p:nvPr/>
        </p:nvSpPr>
        <p:spPr>
          <a:xfrm>
            <a:off x="539850" y="4051175"/>
            <a:ext cx="66927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dirty="0">
                <a:solidFill>
                  <a:srgbClr val="FFFFFF"/>
                </a:solidFill>
                <a:latin typeface="Open Sans"/>
                <a:ea typeface="Open Sans"/>
                <a:cs typeface="Open Sans"/>
                <a:sym typeface="Open Sans"/>
              </a:rPr>
              <a:t>Step 6</a:t>
            </a:r>
            <a:endParaRPr sz="3000" b="1" dirty="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dirty="0">
                <a:solidFill>
                  <a:srgbClr val="FFFFFF"/>
                </a:solidFill>
                <a:latin typeface="Open Sans"/>
                <a:ea typeface="Open Sans"/>
                <a:cs typeface="Open Sans"/>
                <a:sym typeface="Open Sans"/>
              </a:rPr>
              <a:t>Master Data Management</a:t>
            </a:r>
            <a:endParaRPr sz="3000" dirty="0">
              <a:solidFill>
                <a:srgbClr val="FFFFFF"/>
              </a:solidFill>
              <a:latin typeface="Open Sans"/>
              <a:ea typeface="Open Sans"/>
              <a:cs typeface="Open Sans"/>
              <a:sym typeface="Open Sans"/>
            </a:endParaRPr>
          </a:p>
          <a:p>
            <a:pPr marL="0" lvl="0" indent="0" algn="ctr" rtl="0">
              <a:lnSpc>
                <a:spcPct val="150000"/>
              </a:lnSpc>
              <a:spcBef>
                <a:spcPts val="0"/>
              </a:spcBef>
              <a:spcAft>
                <a:spcPts val="0"/>
              </a:spcAft>
              <a:buClr>
                <a:schemeClr val="lt1"/>
              </a:buClr>
              <a:buFont typeface="Open Sans"/>
              <a:buNone/>
            </a:pPr>
            <a:r>
              <a:rPr lang="en" sz="3000" dirty="0">
                <a:solidFill>
                  <a:schemeClr val="lt1"/>
                </a:solidFill>
                <a:latin typeface="Open Sans"/>
                <a:ea typeface="Open Sans"/>
                <a:cs typeface="Open Sans"/>
                <a:sym typeface="Open Sans"/>
              </a:rPr>
              <a:t>Part 2: Master Record</a:t>
            </a:r>
            <a:endParaRPr sz="3000" dirty="0">
              <a:solidFill>
                <a:srgbClr val="FFFFFF"/>
              </a:solidFill>
              <a:latin typeface="Open Sans"/>
              <a:ea typeface="Open Sans"/>
              <a:cs typeface="Open Sans"/>
              <a:sym typeface="Open Sans"/>
            </a:endParaRPr>
          </a:p>
        </p:txBody>
      </p:sp>
      <p:sp>
        <p:nvSpPr>
          <p:cNvPr id="287" name="Google Shape;287;p68"/>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0C10C70B-A6D6-9B57-1500-ABDB09F363B0}"/>
              </a:ext>
            </a:extLst>
          </p:cNvPr>
          <p:cNvGraphicFramePr>
            <a:graphicFrameLocks noGrp="1"/>
          </p:cNvGraphicFramePr>
          <p:nvPr>
            <p:extLst>
              <p:ext uri="{D42A27DB-BD31-4B8C-83A1-F6EECF244321}">
                <p14:modId xmlns:p14="http://schemas.microsoft.com/office/powerpoint/2010/main" val="1758836253"/>
              </p:ext>
            </p:extLst>
          </p:nvPr>
        </p:nvGraphicFramePr>
        <p:xfrm>
          <a:off x="321257" y="1496082"/>
          <a:ext cx="7129885" cy="4790440"/>
        </p:xfrm>
        <a:graphic>
          <a:graphicData uri="http://schemas.openxmlformats.org/drawingml/2006/table">
            <a:tbl>
              <a:tblPr firstRow="1" bandRow="1">
                <a:tableStyleId>{F5AB1C69-6EDB-4FF4-983F-18BD219EF322}</a:tableStyleId>
              </a:tblPr>
              <a:tblGrid>
                <a:gridCol w="1099770">
                  <a:extLst>
                    <a:ext uri="{9D8B030D-6E8A-4147-A177-3AD203B41FA5}">
                      <a16:colId xmlns:a16="http://schemas.microsoft.com/office/drawing/2014/main" val="2765338642"/>
                    </a:ext>
                  </a:extLst>
                </a:gridCol>
                <a:gridCol w="1421027">
                  <a:extLst>
                    <a:ext uri="{9D8B030D-6E8A-4147-A177-3AD203B41FA5}">
                      <a16:colId xmlns:a16="http://schemas.microsoft.com/office/drawing/2014/main" val="1496962417"/>
                    </a:ext>
                  </a:extLst>
                </a:gridCol>
                <a:gridCol w="4609088">
                  <a:extLst>
                    <a:ext uri="{9D8B030D-6E8A-4147-A177-3AD203B41FA5}">
                      <a16:colId xmlns:a16="http://schemas.microsoft.com/office/drawing/2014/main" val="2449496560"/>
                    </a:ext>
                  </a:extLst>
                </a:gridCol>
              </a:tblGrid>
              <a:tr h="370840">
                <a:tc>
                  <a:txBody>
                    <a:bodyPr/>
                    <a:lstStyle/>
                    <a:p>
                      <a:r>
                        <a:rPr lang="en-US" sz="1400" dirty="0"/>
                        <a:t>Entity</a:t>
                      </a:r>
                      <a:endParaRPr lang="en-GB"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t>Rule Name</a:t>
                      </a:r>
                      <a:endParaRPr lang="en-GB"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t>Matching Rule</a:t>
                      </a:r>
                      <a:endParaRPr lang="en-GB"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8077537"/>
                  </a:ext>
                </a:extLst>
              </a:tr>
              <a:tr h="370840">
                <a:tc>
                  <a:txBody>
                    <a:bodyPr/>
                    <a:lstStyle/>
                    <a:p>
                      <a:r>
                        <a:rPr lang="en-US"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Customer</a:t>
                      </a:r>
                      <a:endPar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Customer Email Match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Match customer records when the Email Address is identical across multiple systems.</a:t>
                      </a: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Provides a high-confidence match because email addresses are expected to be unique for each customer.</a:t>
                      </a:r>
                    </a:p>
                    <a:p>
                      <a:endPar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429706"/>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Customer</a:t>
                      </a:r>
                      <a:endPar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Customer Name &amp; Address Match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Match customer records when both the Customer Name and Postal Address are identical.</a:t>
                      </a: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This will be used as a fallback when email addresses are missing, invalid, or have changed.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3222371"/>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Sneaker Item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Item ID Match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Match sneaker item records when the Item ID is identical across systems.</a:t>
                      </a:r>
                    </a:p>
                    <a:p>
                      <a:pPr marL="285750" indent="-285750">
                        <a:buFont typeface="Arial" panose="020B0604020202020204" pitchFamily="34" charset="0"/>
                        <a:buChar cha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Provides a direct and reliable match for the same sneaker item.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8995461"/>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Sneaker Item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Product Attribute Match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Match sneaker item records when Item Name, Brand, and Condition are identical.</a:t>
                      </a: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Used when Item IDs are inconsistent between systems. Helps identify the same product based on business attributes.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3077370"/>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96"/>
        <p:cNvGrpSpPr/>
        <p:nvPr/>
      </p:nvGrpSpPr>
      <p:grpSpPr>
        <a:xfrm>
          <a:off x="0" y="0"/>
          <a:ext cx="0" cy="0"/>
          <a:chOff x="0" y="0"/>
          <a:chExt cx="0" cy="0"/>
        </a:xfrm>
      </p:grpSpPr>
      <p:sp>
        <p:nvSpPr>
          <p:cNvPr id="297" name="Google Shape;297;p7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98" name="Google Shape;298;p70"/>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7</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Governance:</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Roles and Responsibilities</a:t>
            </a:r>
            <a:endParaRPr sz="3000">
              <a:solidFill>
                <a:srgbClr val="FFFFFF"/>
              </a:solidFill>
              <a:latin typeface="Open Sans"/>
              <a:ea typeface="Open Sans"/>
              <a:cs typeface="Open Sans"/>
              <a:sym typeface="Open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 name="TextBox 2">
            <a:extLst>
              <a:ext uri="{FF2B5EF4-FFF2-40B4-BE49-F238E27FC236}">
                <a16:creationId xmlns:a16="http://schemas.microsoft.com/office/drawing/2014/main" id="{8782DC50-C671-C8A0-8A70-6A7C7D8B82F1}"/>
              </a:ext>
            </a:extLst>
          </p:cNvPr>
          <p:cNvSpPr txBox="1"/>
          <p:nvPr/>
        </p:nvSpPr>
        <p:spPr>
          <a:xfrm>
            <a:off x="308919" y="781884"/>
            <a:ext cx="7030995" cy="6555641"/>
          </a:xfrm>
          <a:prstGeom prst="rect">
            <a:avLst/>
          </a:prstGeom>
          <a:noFill/>
        </p:spPr>
        <p:txBody>
          <a:bodyPr wrap="square">
            <a:spAutoFit/>
          </a:bodyPr>
          <a:lstStyle/>
          <a:p>
            <a:pPr>
              <a:buNone/>
            </a:pPr>
            <a:r>
              <a:rPr lang="en-GB" dirty="0">
                <a:latin typeface="Open Sans" panose="020B0606030504020204" pitchFamily="34" charset="0"/>
                <a:ea typeface="Open Sans" panose="020B0606030504020204" pitchFamily="34" charset="0"/>
                <a:cs typeface="Open Sans" panose="020B0606030504020204" pitchFamily="34" charset="0"/>
              </a:rPr>
              <a:t>To support the new Data Management initiative,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should establish clear data governance roles and responsibilities. </a:t>
            </a:r>
          </a:p>
          <a:p>
            <a:pPr>
              <a:buNone/>
            </a:pPr>
            <a:endParaRPr lang="en-GB" dirty="0">
              <a:latin typeface="Open Sans" panose="020B0606030504020204" pitchFamily="34" charset="0"/>
              <a:ea typeface="Open Sans" panose="020B0606030504020204" pitchFamily="34" charset="0"/>
              <a:cs typeface="Open Sans" panose="020B0606030504020204" pitchFamily="34" charset="0"/>
            </a:endParaRPr>
          </a:p>
          <a:p>
            <a:pPr>
              <a:buNone/>
            </a:pPr>
            <a:r>
              <a:rPr lang="en-GB" b="1" dirty="0">
                <a:latin typeface="Open Sans" panose="020B0606030504020204" pitchFamily="34" charset="0"/>
                <a:ea typeface="Open Sans" panose="020B0606030504020204" pitchFamily="34" charset="0"/>
                <a:cs typeface="Open Sans" panose="020B0606030504020204" pitchFamily="34" charset="0"/>
              </a:rPr>
              <a:t>Data Quality Management</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Data Stewards should be responsible for monitoring data quality issues, defining data quality rules and working with business teams to resolve data issues. This will help improve the accuracy, completeness and consistency of customer, item and order data across the organisation.</a:t>
            </a:r>
          </a:p>
          <a:p>
            <a:pPr>
              <a:buNone/>
            </a:pPr>
            <a:endParaRPr lang="en-GB" dirty="0">
              <a:latin typeface="Open Sans" panose="020B0606030504020204" pitchFamily="34" charset="0"/>
              <a:ea typeface="Open Sans" panose="020B0606030504020204" pitchFamily="34" charset="0"/>
              <a:cs typeface="Open Sans" panose="020B0606030504020204" pitchFamily="34" charset="0"/>
            </a:endParaRPr>
          </a:p>
          <a:p>
            <a:pPr>
              <a:buNone/>
            </a:pPr>
            <a:r>
              <a:rPr lang="en-GB" b="1" dirty="0">
                <a:latin typeface="Open Sans" panose="020B0606030504020204" pitchFamily="34" charset="0"/>
                <a:ea typeface="Open Sans" panose="020B0606030504020204" pitchFamily="34" charset="0"/>
                <a:cs typeface="Open Sans" panose="020B0606030504020204" pitchFamily="34" charset="0"/>
              </a:rPr>
              <a:t>Metadata Management</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A Data Architect should be responsible for maintaining the enterprise data model, data </a:t>
            </a:r>
            <a:r>
              <a:rPr lang="en-GB" dirty="0" err="1">
                <a:latin typeface="Open Sans" panose="020B0606030504020204" pitchFamily="34" charset="0"/>
                <a:ea typeface="Open Sans" panose="020B0606030504020204" pitchFamily="34" charset="0"/>
                <a:cs typeface="Open Sans" panose="020B0606030504020204" pitchFamily="34" charset="0"/>
              </a:rPr>
              <a:t>catalog</a:t>
            </a:r>
            <a:r>
              <a:rPr lang="en-GB" dirty="0">
                <a:latin typeface="Open Sans" panose="020B0606030504020204" pitchFamily="34" charset="0"/>
                <a:ea typeface="Open Sans" panose="020B0606030504020204" pitchFamily="34" charset="0"/>
                <a:cs typeface="Open Sans" panose="020B0606030504020204" pitchFamily="34" charset="0"/>
              </a:rPr>
              <a:t> and business glossary. This role will ensure that data definitions remain consistent across systems and that users have a clear understanding of the data available within the organisation. </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r>
              <a:rPr lang="en-GB" b="1" dirty="0">
                <a:latin typeface="Open Sans" panose="020B0606030504020204" pitchFamily="34" charset="0"/>
                <a:ea typeface="Open Sans" panose="020B0606030504020204" pitchFamily="34" charset="0"/>
                <a:cs typeface="Open Sans" panose="020B0606030504020204" pitchFamily="34" charset="0"/>
              </a:rPr>
              <a:t>Master Data Management (MDM)</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Both Data Stewards and the Data Architect should work together to define matching rules, manage golden records and oversee the MDM Hub to ensure a single source of truth for customer and sneaker item data.</a:t>
            </a:r>
          </a:p>
          <a:p>
            <a:endParaRPr lang="en-GB" dirty="0">
              <a:latin typeface="Open Sans" panose="020B0606030504020204" pitchFamily="34" charset="0"/>
              <a:ea typeface="Open Sans" panose="020B0606030504020204" pitchFamily="34" charset="0"/>
              <a:cs typeface="Open Sans" panose="020B0606030504020204" pitchFamily="34" charset="0"/>
            </a:endParaRPr>
          </a:p>
          <a:p>
            <a:pPr>
              <a:buNone/>
            </a:pPr>
            <a:r>
              <a:rPr lang="en-GB" dirty="0">
                <a:latin typeface="Open Sans" panose="020B0606030504020204" pitchFamily="34" charset="0"/>
                <a:ea typeface="Open Sans" panose="020B0606030504020204" pitchFamily="34" charset="0"/>
                <a:cs typeface="Open Sans" panose="020B0606030504020204" pitchFamily="34" charset="0"/>
              </a:rPr>
              <a:t>Based on the information provided, Jessica already has strong business knowledge and would be a good candidate for a Data Steward role because she understands the company's data and business processes. Jake has experience managing the company's databases and could continue supporting the technical aspects of the platform. </a:t>
            </a:r>
          </a:p>
          <a:p>
            <a:pPr>
              <a:buNone/>
            </a:pPr>
            <a:endParaRPr lang="en-GB" dirty="0">
              <a:latin typeface="Open Sans" panose="020B0606030504020204" pitchFamily="34" charset="0"/>
              <a:ea typeface="Open Sans" panose="020B0606030504020204" pitchFamily="34" charset="0"/>
              <a:cs typeface="Open Sans" panose="020B0606030504020204" pitchFamily="34" charset="0"/>
            </a:endParaRPr>
          </a:p>
          <a:p>
            <a:pPr>
              <a:buNone/>
            </a:pPr>
            <a:r>
              <a:rPr lang="en-GB" dirty="0">
                <a:latin typeface="Open Sans" panose="020B0606030504020204" pitchFamily="34" charset="0"/>
                <a:ea typeface="Open Sans" panose="020B0606030504020204" pitchFamily="34" charset="0"/>
                <a:cs typeface="Open Sans" panose="020B0606030504020204" pitchFamily="34" charset="0"/>
              </a:rPr>
              <a:t>However, neither employee appears to have formal experience in enterprise data governance or MDM. Therefore,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should consider hiring a dedicated Data Architect or Data Governance Manager to lead the programme and establish governance standards, policies and processes as the company continues to grow.</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272</TotalTime>
  <Words>1256</Words>
  <Application>Microsoft Office PowerPoint</Application>
  <PresentationFormat>Custom</PresentationFormat>
  <Paragraphs>100</Paragraphs>
  <Slides>18</Slides>
  <Notes>18</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18</vt:i4>
      </vt:variant>
    </vt:vector>
  </HeadingPairs>
  <TitlesOfParts>
    <vt:vector size="26" baseType="lpstr">
      <vt:lpstr>Helvetica Neue</vt:lpstr>
      <vt:lpstr>Open Sans Light</vt:lpstr>
      <vt:lpstr>Open Sans</vt:lpstr>
      <vt:lpstr>Arial</vt:lpstr>
      <vt:lpstr>Simple Light</vt:lpstr>
      <vt:lpstr>Simple Light</vt:lpstr>
      <vt:lpstr>Simple Light</vt:lpstr>
      <vt:lpstr>White</vt:lpstr>
      <vt:lpstr>Data Governance @ SneakerPark </vt:lpstr>
      <vt:lpstr>Background</vt:lpstr>
      <vt:lpstr>Background (cont’d)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cp:lastPrinted>2026-06-02T05:45:48Z</cp:lastPrinted>
  <dcterms:modified xsi:type="dcterms:W3CDTF">2026-06-02T06:02:45Z</dcterms:modified>
</cp:coreProperties>
</file>