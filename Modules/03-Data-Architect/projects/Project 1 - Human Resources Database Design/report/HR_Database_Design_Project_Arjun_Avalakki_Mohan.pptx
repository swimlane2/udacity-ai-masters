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9"/>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7772400" cy="10058400"/>
  <p:notesSz cx="6858000" cy="9144000"/>
  <p:embeddedFontLst>
    <p:embeddedFont>
      <p:font typeface="Helvetica Neue" panose="020B0604020202020204" charset="0"/>
      <p:regular r:id="rId30"/>
      <p:bold r:id="rId31"/>
      <p:italic r:id="rId32"/>
      <p:boldItalic r:id="rId33"/>
    </p:embeddedFont>
    <p:embeddedFont>
      <p:font typeface="Open Sans" panose="020B0606030504020204" pitchFamily="34" charset="0"/>
      <p:regular r:id="rId34"/>
      <p:bold r:id="rId35"/>
      <p:italic r:id="rId36"/>
      <p:boldItalic r:id="rId37"/>
    </p:embeddedFont>
    <p:embeddedFont>
      <p:font typeface="Open Sans Light" panose="020B0306030504020204" pitchFamily="34" charset="0"/>
      <p:regular r:id="rId38"/>
      <p:bold r:id="rId39"/>
      <p:italic r:id="rId40"/>
      <p:boldItalic r:id="rId41"/>
    </p:embeddedFont>
    <p:embeddedFont>
      <p:font typeface="Source Code Pro" panose="020B0509030403020204" pitchFamily="49"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ECDE29-5A9E-4E44-A6A5-88C1A3F6F982}" v="2" dt="2026-05-21T05:55:29.4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1378" y="-237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0.fntdata"/><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2.fntdata"/><Relationship Id="rId44" Type="http://schemas.openxmlformats.org/officeDocument/2006/relationships/font" Target="fonts/font15.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theme" Target="theme/theme1.xml"/><Relationship Id="rId8" Type="http://schemas.openxmlformats.org/officeDocument/2006/relationships/slide" Target="slides/slide4.xml"/><Relationship Id="rId51" Type="http://schemas.microsoft.com/office/2015/10/relationships/revisionInfo" Target="revisionInfo.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1T05:56:26.847" v="815" actId="14100"/>
      <pc:docMkLst>
        <pc:docMk/>
      </pc:docMkLst>
      <pc:sldChg chg="modSp mod">
        <pc:chgData name="ARJUN AVALAKKI MOHAN" userId="be4ab9aaf12c5868" providerId="LiveId" clId="{C81E60EF-EF5F-4B4B-A4E1-3178676F15CC}" dt="2026-05-19T05:48:17.558" v="510" actId="20577"/>
        <pc:sldMkLst>
          <pc:docMk/>
          <pc:sldMk cId="0" sldId="256"/>
        </pc:sldMkLst>
        <pc:spChg chg="mod">
          <ac:chgData name="ARJUN AVALAKKI MOHAN" userId="be4ab9aaf12c5868" providerId="LiveId" clId="{C81E60EF-EF5F-4B4B-A4E1-3178676F15CC}" dt="2026-05-19T05:48:17.558" v="510" actId="20577"/>
          <ac:spMkLst>
            <pc:docMk/>
            <pc:sldMk cId="0" sldId="256"/>
            <ac:spMk id="180" creationId="{00000000-0000-0000-0000-000000000000}"/>
          </ac:spMkLst>
        </pc:spChg>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0T03:42:14.650" v="624" actId="113"/>
        <pc:sldMkLst>
          <pc:docMk/>
          <pc:sldMk cId="0" sldId="263"/>
        </pc:sldMkLst>
        <pc:spChg chg="mod">
          <ac:chgData name="ARJUN AVALAKKI MOHAN" userId="be4ab9aaf12c5868" providerId="LiveId" clId="{C81E60EF-EF5F-4B4B-A4E1-3178676F15CC}" dt="2026-05-20T03:42:14.650" v="624" actId="113"/>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addSp delSp modSp mod modNotes">
        <pc:chgData name="ARJUN AVALAKKI MOHAN" userId="be4ab9aaf12c5868" providerId="LiveId" clId="{C81E60EF-EF5F-4B4B-A4E1-3178676F15CC}" dt="2026-05-21T05:26:18.368" v="803" actId="692"/>
        <pc:sldMkLst>
          <pc:docMk/>
          <pc:sldMk cId="0" sldId="267"/>
        </pc:sldMkLst>
        <pc:spChg chg="mod">
          <ac:chgData name="ARJUN AVALAKKI MOHAN" userId="be4ab9aaf12c5868" providerId="LiveId" clId="{C81E60EF-EF5F-4B4B-A4E1-3178676F15CC}" dt="2026-05-21T05:20:21.790" v="767" actId="6549"/>
          <ac:spMkLst>
            <pc:docMk/>
            <pc:sldMk cId="0" sldId="267"/>
            <ac:spMk id="249" creationId="{00000000-0000-0000-0000-000000000000}"/>
          </ac:spMkLst>
        </pc:spChg>
        <pc:picChg chg="add del mod">
          <ac:chgData name="ARJUN AVALAKKI MOHAN" userId="be4ab9aaf12c5868" providerId="LiveId" clId="{C81E60EF-EF5F-4B4B-A4E1-3178676F15CC}" dt="2026-05-21T05:25:39.535" v="796" actId="478"/>
          <ac:picMkLst>
            <pc:docMk/>
            <pc:sldMk cId="0" sldId="267"/>
            <ac:picMk id="2" creationId="{3DDA4270-4AEF-F9B2-A951-BA71ABA69973}"/>
          </ac:picMkLst>
        </pc:picChg>
        <pc:picChg chg="add mod">
          <ac:chgData name="ARJUN AVALAKKI MOHAN" userId="be4ab9aaf12c5868" providerId="LiveId" clId="{C81E60EF-EF5F-4B4B-A4E1-3178676F15CC}" dt="2026-05-21T05:26:18.368" v="803" actId="692"/>
          <ac:picMkLst>
            <pc:docMk/>
            <pc:sldMk cId="0" sldId="267"/>
            <ac:picMk id="4" creationId="{A5722C49-878A-9ADD-0D36-BBD86256153F}"/>
          </ac:picMkLst>
        </pc:picChg>
        <pc:picChg chg="del">
          <ac:chgData name="ARJUN AVALAKKI MOHAN" userId="be4ab9aaf12c5868" providerId="LiveId" clId="{C81E60EF-EF5F-4B4B-A4E1-3178676F15CC}" dt="2026-05-21T05:20:17.941" v="766" actId="478"/>
          <ac:picMkLst>
            <pc:docMk/>
            <pc:sldMk cId="0" sldId="267"/>
            <ac:picMk id="250" creationId="{00000000-0000-0000-0000-000000000000}"/>
          </ac:picMkLst>
        </pc:picChg>
      </pc:sldChg>
      <pc:sldChg chg="addSp delSp modSp mod modNotes">
        <pc:chgData name="ARJUN AVALAKKI MOHAN" userId="be4ab9aaf12c5868" providerId="LiveId" clId="{C81E60EF-EF5F-4B4B-A4E1-3178676F15CC}" dt="2026-05-21T05:56:26.847" v="815" actId="14100"/>
        <pc:sldMkLst>
          <pc:docMk/>
          <pc:sldMk cId="0" sldId="268"/>
        </pc:sldMkLst>
        <pc:spChg chg="mod">
          <ac:chgData name="ARJUN AVALAKKI MOHAN" userId="be4ab9aaf12c5868" providerId="LiveId" clId="{C81E60EF-EF5F-4B4B-A4E1-3178676F15CC}" dt="2026-05-21T05:55:20.654" v="806" actId="20577"/>
          <ac:spMkLst>
            <pc:docMk/>
            <pc:sldMk cId="0" sldId="268"/>
            <ac:spMk id="256" creationId="{00000000-0000-0000-0000-000000000000}"/>
          </ac:spMkLst>
        </pc:spChg>
        <pc:picChg chg="add mod">
          <ac:chgData name="ARJUN AVALAKKI MOHAN" userId="be4ab9aaf12c5868" providerId="LiveId" clId="{C81E60EF-EF5F-4B4B-A4E1-3178676F15CC}" dt="2026-05-21T05:56:26.847" v="815" actId="14100"/>
          <ac:picMkLst>
            <pc:docMk/>
            <pc:sldMk cId="0" sldId="268"/>
            <ac:picMk id="2" creationId="{83237B88-52C8-4925-B904-FB0AF33100D6}"/>
          </ac:picMkLst>
        </pc:picChg>
        <pc:picChg chg="del">
          <ac:chgData name="ARJUN AVALAKKI MOHAN" userId="be4ab9aaf12c5868" providerId="LiveId" clId="{C81E60EF-EF5F-4B4B-A4E1-3178676F15CC}" dt="2026-05-21T05:55:16.507" v="804" actId="478"/>
          <ac:picMkLst>
            <pc:docMk/>
            <pc:sldMk cId="0" sldId="268"/>
            <ac:picMk id="257" creationId="{00000000-0000-0000-0000-000000000000}"/>
          </ac:picMkLst>
        </pc:picChg>
      </pc:sldChg>
      <pc:sldChg chg="modNotes">
        <pc:chgData name="ARJUN AVALAKKI MOHAN" userId="be4ab9aaf12c5868" providerId="LiveId" clId="{C81E60EF-EF5F-4B4B-A4E1-3178676F15CC}" dt="2026-05-20T03:54:24.689" v="721"/>
        <pc:sldMkLst>
          <pc:docMk/>
          <pc:sldMk cId="0" sldId="269"/>
        </pc:sldMkLst>
      </pc:sldChg>
      <pc:sldChg chg="modNotes">
        <pc:chgData name="ARJUN AVALAKKI MOHAN" userId="be4ab9aaf12c5868" providerId="LiveId" clId="{C81E60EF-EF5F-4B4B-A4E1-3178676F15CC}" dt="2026-05-20T03:54:24.689" v="721"/>
        <pc:sldMkLst>
          <pc:docMk/>
          <pc:sldMk cId="0" sldId="271"/>
        </pc:sldMkLst>
      </pc:sldChg>
      <pc:sldChg chg="modNotes">
        <pc:chgData name="ARJUN AVALAKKI MOHAN" userId="be4ab9aaf12c5868" providerId="LiveId" clId="{C81E60EF-EF5F-4B4B-A4E1-3178676F15CC}" dt="2026-05-20T03:54:24.689" v="721"/>
        <pc:sldMkLst>
          <pc:docMk/>
          <pc:sldMk cId="0" sldId="272"/>
        </pc:sldMkLst>
      </pc:sldChg>
      <pc:sldChg chg="modNotes">
        <pc:chgData name="ARJUN AVALAKKI MOHAN" userId="be4ab9aaf12c5868" providerId="LiveId" clId="{C81E60EF-EF5F-4B4B-A4E1-3178676F15CC}" dt="2026-05-20T03:54:24.689" v="721"/>
        <pc:sldMkLst>
          <pc:docMk/>
          <pc:sldMk cId="0" sldId="273"/>
        </pc:sldMkLst>
      </pc:sldChg>
      <pc:sldChg chg="modNotes">
        <pc:chgData name="ARJUN AVALAKKI MOHAN" userId="be4ab9aaf12c5868" providerId="LiveId" clId="{C81E60EF-EF5F-4B4B-A4E1-3178676F15CC}" dt="2026-05-20T03:54:24.689" v="721"/>
        <pc:sldMkLst>
          <pc:docMk/>
          <pc:sldMk cId="0" sldId="274"/>
        </pc:sldMkLst>
      </pc:sldChg>
      <pc:sldChg chg="modNotes">
        <pc:chgData name="ARJUN AVALAKKI MOHAN" userId="be4ab9aaf12c5868" providerId="LiveId" clId="{C81E60EF-EF5F-4B4B-A4E1-3178676F15CC}" dt="2026-05-20T03:54:24.689" v="721"/>
        <pc:sldMkLst>
          <pc:docMk/>
          <pc:sldMk cId="0" sldId="275"/>
        </pc:sldMkLst>
      </pc:sldChg>
      <pc:sldChg chg="modNotes">
        <pc:chgData name="ARJUN AVALAKKI MOHAN" userId="be4ab9aaf12c5868" providerId="LiveId" clId="{C81E60EF-EF5F-4B4B-A4E1-3178676F15CC}" dt="2026-05-20T03:54:24.689" v="721"/>
        <pc:sldMkLst>
          <pc:docMk/>
          <pc:sldMk cId="0" sldId="276"/>
        </pc:sldMkLst>
      </pc:sldChg>
      <pc:sldChg chg="modNotes">
        <pc:chgData name="ARJUN AVALAKKI MOHAN" userId="be4ab9aaf12c5868" providerId="LiveId" clId="{C81E60EF-EF5F-4B4B-A4E1-3178676F15CC}" dt="2026-05-20T03:54:24.689" v="721"/>
        <pc:sldMkLst>
          <pc:docMk/>
          <pc:sldMk cId="0" sldId="277"/>
        </pc:sldMkLst>
      </pc:sldChg>
      <pc:sldChg chg="modNotes">
        <pc:chgData name="ARJUN AVALAKKI MOHAN" userId="be4ab9aaf12c5868" providerId="LiveId" clId="{C81E60EF-EF5F-4B4B-A4E1-3178676F15CC}" dt="2026-05-20T03:54:24.689" v="721"/>
        <pc:sldMkLst>
          <pc:docMk/>
          <pc:sldMk cId="0" sldId="278"/>
        </pc:sldMkLst>
      </pc:sldChg>
      <pc:sldChg chg="modNotes">
        <pc:chgData name="ARJUN AVALAKKI MOHAN" userId="be4ab9aaf12c5868" providerId="LiveId" clId="{C81E60EF-EF5F-4B4B-A4E1-3178676F15CC}" dt="2026-05-20T03:54:24.689" v="721"/>
        <pc:sldMkLst>
          <pc:docMk/>
          <pc:sldMk cId="0" sldId="279"/>
        </pc:sldMkLst>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sldChg chg="modSp add del mod">
        <pc:chgData name="ARJUN AVALAKKI MOHAN" userId="be4ab9aaf12c5868" providerId="LiveId" clId="{C81E60EF-EF5F-4B4B-A4E1-3178676F15CC}" dt="2026-05-20T03:58:05.908" v="765" actId="2696"/>
        <pc:sldMkLst>
          <pc:docMk/>
          <pc:sldMk cId="3471457919" sldId="288"/>
        </pc:sldMkLst>
        <pc:spChg chg="mod">
          <ac:chgData name="ARJUN AVALAKKI MOHAN" userId="be4ab9aaf12c5868" providerId="LiveId" clId="{C81E60EF-EF5F-4B4B-A4E1-3178676F15CC}" dt="2026-05-20T03:45:46.709" v="637" actId="6549"/>
          <ac:spMkLst>
            <pc:docMk/>
            <pc:sldMk cId="3471457919" sldId="288"/>
            <ac:spMk id="231" creationId="{80981BB2-6A36-BA62-606E-10254B1EAB5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17/05/2026]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lvl="0" indent="0">
              <a:buNone/>
            </a:pPr>
            <a:r>
              <a:rPr lang="en-US" sz="1400" dirty="0"/>
              <a:t>- Views to support controlled access to employee data</a:t>
            </a:r>
            <a:endParaRPr sz="14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4" name="Picture 3">
            <a:extLst>
              <a:ext uri="{FF2B5EF4-FFF2-40B4-BE49-F238E27FC236}">
                <a16:creationId xmlns:a16="http://schemas.microsoft.com/office/drawing/2014/main" id="{A5722C49-878A-9ADD-0D36-BBD86256153F}"/>
              </a:ext>
            </a:extLst>
          </p:cNvPr>
          <p:cNvPicPr>
            <a:picLocks noChangeAspect="1"/>
          </p:cNvPicPr>
          <p:nvPr/>
        </p:nvPicPr>
        <p:blipFill>
          <a:blip r:embed="rId3"/>
          <a:stretch>
            <a:fillRect/>
          </a:stretch>
        </p:blipFill>
        <p:spPr>
          <a:xfrm>
            <a:off x="464820" y="5029200"/>
            <a:ext cx="6850380" cy="4572000"/>
          </a:xfrm>
          <a:prstGeom prst="rect">
            <a:avLst/>
          </a:prstGeom>
          <a:ln>
            <a:solidFill>
              <a:schemeClr val="tx1"/>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2" name="Picture 1">
            <a:extLst>
              <a:ext uri="{FF2B5EF4-FFF2-40B4-BE49-F238E27FC236}">
                <a16:creationId xmlns:a16="http://schemas.microsoft.com/office/drawing/2014/main" id="{83237B88-52C8-4925-B904-FB0AF33100D6}"/>
              </a:ext>
            </a:extLst>
          </p:cNvPr>
          <p:cNvPicPr>
            <a:picLocks noChangeAspect="1"/>
          </p:cNvPicPr>
          <p:nvPr/>
        </p:nvPicPr>
        <p:blipFill>
          <a:blip r:embed="rId3"/>
          <a:stretch>
            <a:fillRect/>
          </a:stretch>
        </p:blipFill>
        <p:spPr>
          <a:xfrm>
            <a:off x="264850" y="5280660"/>
            <a:ext cx="7242600" cy="4579620"/>
          </a:xfrm>
          <a:prstGeom prst="rect">
            <a:avLst/>
          </a:prstGeom>
          <a:ln>
            <a:solidFill>
              <a:schemeClr val="tx1"/>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50" y="199017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Physical</a:t>
            </a:r>
            <a:endParaRPr sz="1900" b="1">
              <a:latin typeface="Open Sans"/>
              <a:ea typeface="Open Sans"/>
              <a:cs typeface="Open Sans"/>
              <a:sym typeface="Open Sans"/>
            </a:endParaRPr>
          </a:p>
          <a:p>
            <a:pPr marL="457200" lvl="0" indent="0" algn="l" rtl="0">
              <a:lnSpc>
                <a:spcPct val="170000"/>
              </a:lnSpc>
              <a:spcBef>
                <a:spcPts val="1600"/>
              </a:spcBef>
              <a:spcAft>
                <a:spcPts val="0"/>
              </a:spcAft>
              <a:buNone/>
            </a:pPr>
            <a:r>
              <a:rPr lang="en" sz="140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FF0000"/>
                </a:solidFill>
                <a:highlight>
                  <a:schemeClr val="lt1"/>
                </a:highlight>
                <a:latin typeface="Open Sans"/>
                <a:ea typeface="Open Sans"/>
                <a:cs typeface="Open Sans"/>
                <a:sym typeface="Open Sans"/>
              </a:rPr>
              <a:t>** Replace example screenshot below with your response</a:t>
            </a:r>
            <a:endParaRPr sz="150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None/>
            </a:pPr>
            <a:endParaRPr sz="1500">
              <a:solidFill>
                <a:srgbClr val="525C65"/>
              </a:solidFill>
              <a:highlight>
                <a:srgbClr val="FFFFFF"/>
              </a:highlight>
              <a:latin typeface="Open Sans"/>
              <a:ea typeface="Open Sans"/>
              <a:cs typeface="Open Sans"/>
              <a:sym typeface="Open Sans"/>
            </a:endParaRPr>
          </a:p>
        </p:txBody>
      </p:sp>
      <p:pic>
        <p:nvPicPr>
          <p:cNvPr id="264" name="Google Shape;264;p64"/>
          <p:cNvPicPr preferRelativeResize="0"/>
          <p:nvPr/>
        </p:nvPicPr>
        <p:blipFill>
          <a:blip r:embed="rId3">
            <a:alphaModFix/>
          </a:blip>
          <a:stretch>
            <a:fillRect/>
          </a:stretch>
        </p:blipFill>
        <p:spPr>
          <a:xfrm>
            <a:off x="832174" y="5859975"/>
            <a:ext cx="6108049" cy="3630424"/>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You will:</a:t>
            </a:r>
            <a:endParaRPr sz="1550" b="1">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Create the database using SQL DDL commands</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Load the data into your database, utilizing flat file ETL</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Submission</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Hints</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After running CRUD commands like update, insert, or delete, run a </a:t>
            </a:r>
            <a:r>
              <a:rPr lang="en" sz="1550">
                <a:solidFill>
                  <a:srgbClr val="525C65"/>
                </a:solidFill>
                <a:highlight>
                  <a:srgbClr val="FFFFFF"/>
                </a:highlight>
                <a:latin typeface="Source Code Pro"/>
                <a:ea typeface="Source Code Pro"/>
                <a:cs typeface="Source Code Pro"/>
                <a:sym typeface="Source Code Pro"/>
              </a:rPr>
              <a:t>SELECT*</a:t>
            </a:r>
            <a:r>
              <a:rPr lang="en" sz="155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DDL</a:t>
            </a:r>
            <a:endParaRPr/>
          </a:p>
        </p:txBody>
      </p:sp>
      <p:sp>
        <p:nvSpPr>
          <p:cNvPr id="282" name="Google Shape;282;p67"/>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a:t>Create a DDL SQL script capable of building the database you designed in Step 2</a:t>
            </a:r>
            <a:endParaRPr sz="1900"/>
          </a:p>
          <a:p>
            <a:pPr marL="241300" marR="241300" lvl="0" indent="0" algn="l" rtl="0">
              <a:lnSpc>
                <a:spcPct val="100000"/>
              </a:lnSpc>
              <a:spcBef>
                <a:spcPts val="1600"/>
              </a:spcBef>
              <a:spcAft>
                <a:spcPts val="0"/>
              </a:spcAft>
              <a:buClr>
                <a:schemeClr val="dk1"/>
              </a:buClr>
              <a:buSzPts val="1100"/>
              <a:buFont typeface="Arial"/>
              <a:buNone/>
            </a:pPr>
            <a:r>
              <a:rPr lang="en" sz="1350" b="1">
                <a:solidFill>
                  <a:srgbClr val="2E3D49"/>
                </a:solidFill>
                <a:highlight>
                  <a:srgbClr val="FFFFFF"/>
                </a:highlight>
                <a:latin typeface="Open Sans"/>
                <a:ea typeface="Open Sans"/>
                <a:cs typeface="Open Sans"/>
                <a:sym typeface="Open Sans"/>
              </a:rPr>
              <a:t>Hints</a:t>
            </a:r>
            <a:endParaRPr sz="1350" b="1">
              <a:solidFill>
                <a:srgbClr val="2E3D49"/>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350">
                <a:solidFill>
                  <a:srgbClr val="525C65"/>
                </a:solidFill>
                <a:highlight>
                  <a:srgbClr val="FFFFFF"/>
                </a:highlight>
                <a:latin typeface="Open Sans"/>
                <a:ea typeface="Open Sans"/>
                <a:cs typeface="Open Sans"/>
                <a:sym typeface="Open Sans"/>
              </a:rPr>
              <a:t>The DDL script will be graded by running the code you submit. Please ensure your SQL code runs properly.</a:t>
            </a: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None/>
            </a:pPr>
            <a:r>
              <a:rPr lang="en" sz="13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None/>
            </a:pPr>
            <a:endParaRPr sz="1350">
              <a:solidFill>
                <a:srgbClr val="2E3D49"/>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350">
                <a:solidFill>
                  <a:srgbClr val="FF0000"/>
                </a:solidFill>
                <a:highlight>
                  <a:srgbClr val="FFFFFF"/>
                </a:highlight>
                <a:latin typeface="Open Sans"/>
                <a:ea typeface="Open Sans"/>
                <a:cs typeface="Open Sans"/>
                <a:sym typeface="Open Sans"/>
              </a:rPr>
              <a:t>Remember to submit the related SQL file as well, not just a screenshot (replace the below screenshot).</a:t>
            </a:r>
            <a:endParaRPr sz="1350">
              <a:solidFill>
                <a:srgbClr val="FF0000"/>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83" name="Google Shape;283;p67"/>
          <p:cNvPicPr preferRelativeResize="0"/>
          <p:nvPr/>
        </p:nvPicPr>
        <p:blipFill rotWithShape="1">
          <a:blip r:embed="rId3">
            <a:alphaModFix/>
          </a:blip>
          <a:srcRect l="2818" t="2391"/>
          <a:stretch/>
        </p:blipFill>
        <p:spPr>
          <a:xfrm>
            <a:off x="1641775" y="5527975"/>
            <a:ext cx="3823475" cy="39711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1: Return a list of employees with Job Titles and Department Names</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0" name="Google Shape;290;p68"/>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2: Insert Web Programmer as a new job title</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7" name="Google Shape;297;p69"/>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3: Correct the job title from web programmer to web developer</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04" name="Google Shape;304;p70"/>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4: Delete the job title Web Developer from the database</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1" name="Google Shape;311;p71"/>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5: How many employees are in each department?</a:t>
            </a: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8" name="Google Shape;318;p72"/>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25" name="Google Shape;325;p73"/>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Question 7: Describe how you would apply table security to restrict access to employee salaries using an SQL server.</a:t>
            </a:r>
            <a:endParaRPr sz="1900" b="1">
              <a:latin typeface="Open Sans"/>
              <a:ea typeface="Open Sans"/>
              <a:cs typeface="Open Sans"/>
              <a:sym typeface="Open Sans"/>
            </a:endParaRPr>
          </a:p>
          <a:p>
            <a:pPr marL="0" lvl="0" indent="0" algn="l" rtl="0">
              <a:spcBef>
                <a:spcPts val="1600"/>
              </a:spcBef>
              <a:spcAft>
                <a:spcPts val="0"/>
              </a:spcAft>
              <a:buNone/>
            </a:pPr>
            <a:r>
              <a:rPr lang="en" sz="1900" b="1">
                <a:solidFill>
                  <a:srgbClr val="FF0000"/>
                </a:solidFill>
                <a:latin typeface="Open Sans"/>
                <a:ea typeface="Open Sans"/>
                <a:cs typeface="Open Sans"/>
                <a:sym typeface="Open Sans"/>
              </a:rPr>
              <a:t>** answer in a short paragraph, how you would apply table security to restrict access to employee salaries</a:t>
            </a:r>
            <a:endParaRPr sz="1900" b="1">
              <a:solidFill>
                <a:srgbClr val="FF0000"/>
              </a:solidFill>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168</TotalTime>
  <Words>2471</Words>
  <Application>Microsoft Office PowerPoint</Application>
  <PresentationFormat>Custom</PresentationFormat>
  <Paragraphs>261</Paragraphs>
  <Slides>24</Slides>
  <Notes>23</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24</vt:i4>
      </vt:variant>
    </vt:vector>
  </HeadingPairs>
  <TitlesOfParts>
    <vt:vector size="34" baseType="lpstr">
      <vt:lpstr>Arial</vt:lpstr>
      <vt:lpstr>Helvetica Neue</vt:lpstr>
      <vt:lpstr>Source Code Pro</vt:lpstr>
      <vt:lpstr>Open Sans Light</vt:lpstr>
      <vt:lpstr>Open Sans</vt:lpstr>
      <vt:lpstr>Open Sans </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2026-05-21T05:56:27Z</dcterms:modified>
</cp:coreProperties>
</file>