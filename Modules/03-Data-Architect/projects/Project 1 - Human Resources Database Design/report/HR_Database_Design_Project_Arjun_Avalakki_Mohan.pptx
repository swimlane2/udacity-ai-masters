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30"/>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88" r:id="rId22"/>
    <p:sldId id="273" r:id="rId23"/>
    <p:sldId id="274" r:id="rId24"/>
    <p:sldId id="275" r:id="rId25"/>
    <p:sldId id="276" r:id="rId26"/>
    <p:sldId id="277" r:id="rId27"/>
    <p:sldId id="278" r:id="rId28"/>
    <p:sldId id="279" r:id="rId29"/>
  </p:sldIdLst>
  <p:sldSz cx="7772400" cy="10058400"/>
  <p:notesSz cx="6858000" cy="9144000"/>
  <p:embeddedFontLst>
    <p:embeddedFont>
      <p:font typeface="Helvetica Neue" panose="020B0604020202020204" charset="0"/>
      <p:regular r:id="rId31"/>
      <p:bold r:id="rId32"/>
      <p:italic r:id="rId33"/>
      <p:boldItalic r:id="rId34"/>
    </p:embeddedFont>
    <p:embeddedFont>
      <p:font typeface="Open Sans" panose="020B0606030504020204" pitchFamily="34" charset="0"/>
      <p:regular r:id="rId35"/>
      <p:bold r:id="rId36"/>
      <p:italic r:id="rId37"/>
      <p:boldItalic r:id="rId38"/>
    </p:embeddedFont>
    <p:embeddedFont>
      <p:font typeface="Open Sans Light" panose="020B0306030504020204" pitchFamily="34" charset="0"/>
      <p:regular r:id="rId39"/>
      <p:bold r:id="rId40"/>
      <p:italic r:id="rId41"/>
      <p:boldItalic r:id="rId42"/>
    </p:embeddedFont>
    <p:embeddedFont>
      <p:font typeface="Source Code Pro" panose="020B0509030403020204" pitchFamily="49"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ECDE29-5A9E-4E44-A6A5-88C1A3F6F982}" v="6" dt="2026-05-23T06:54:00.4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31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9.fntdata"/><Relationship Id="rId21" Type="http://schemas.openxmlformats.org/officeDocument/2006/relationships/slide" Target="slides/slide17.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4" Type="http://schemas.openxmlformats.org/officeDocument/2006/relationships/font" Target="fonts/font14.fntdata"/><Relationship Id="rId52" Type="http://schemas.microsoft.com/office/2015/10/relationships/revisionInfo" Target="revisionInfo.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6/11/relationships/changesInfo" Target="changesInfos/changesInfo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6.xml"/><Relationship Id="rId41"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3T06:54:48.325" v="927" actId="2890"/>
      <pc:docMkLst>
        <pc:docMk/>
      </pc:docMkLst>
      <pc:sldChg chg="modSp mod">
        <pc:chgData name="ARJUN AVALAKKI MOHAN" userId="be4ab9aaf12c5868" providerId="LiveId" clId="{C81E60EF-EF5F-4B4B-A4E1-3178676F15CC}" dt="2026-05-19T05:48:17.558" v="510" actId="20577"/>
        <pc:sldMkLst>
          <pc:docMk/>
          <pc:sldMk cId="0" sldId="256"/>
        </pc:sldMkLst>
        <pc:spChg chg="mod">
          <ac:chgData name="ARJUN AVALAKKI MOHAN" userId="be4ab9aaf12c5868" providerId="LiveId" clId="{C81E60EF-EF5F-4B4B-A4E1-3178676F15CC}" dt="2026-05-19T05:48:17.558" v="510" actId="20577"/>
          <ac:spMkLst>
            <pc:docMk/>
            <pc:sldMk cId="0" sldId="256"/>
            <ac:spMk id="180" creationId="{00000000-0000-0000-0000-000000000000}"/>
          </ac:spMkLst>
        </pc:spChg>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0T03:42:14.650" v="624" actId="113"/>
        <pc:sldMkLst>
          <pc:docMk/>
          <pc:sldMk cId="0" sldId="263"/>
        </pc:sldMkLst>
        <pc:spChg chg="mod">
          <ac:chgData name="ARJUN AVALAKKI MOHAN" userId="be4ab9aaf12c5868" providerId="LiveId" clId="{C81E60EF-EF5F-4B4B-A4E1-3178676F15CC}" dt="2026-05-20T03:42:14.650" v="624" actId="113"/>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addSp delSp modSp mod modNotes">
        <pc:chgData name="ARJUN AVALAKKI MOHAN" userId="be4ab9aaf12c5868" providerId="LiveId" clId="{C81E60EF-EF5F-4B4B-A4E1-3178676F15CC}" dt="2026-05-23T06:18:14.503" v="897" actId="2085"/>
        <pc:sldMkLst>
          <pc:docMk/>
          <pc:sldMk cId="0" sldId="267"/>
        </pc:sldMkLst>
        <pc:spChg chg="mod">
          <ac:chgData name="ARJUN AVALAKKI MOHAN" userId="be4ab9aaf12c5868" providerId="LiveId" clId="{C81E60EF-EF5F-4B4B-A4E1-3178676F15CC}" dt="2026-05-21T05:20:21.790" v="767" actId="6549"/>
          <ac:spMkLst>
            <pc:docMk/>
            <pc:sldMk cId="0" sldId="267"/>
            <ac:spMk id="249" creationId="{00000000-0000-0000-0000-000000000000}"/>
          </ac:spMkLst>
        </pc:spChg>
        <pc:picChg chg="add mod">
          <ac:chgData name="ARJUN AVALAKKI MOHAN" userId="be4ab9aaf12c5868" providerId="LiveId" clId="{C81E60EF-EF5F-4B4B-A4E1-3178676F15CC}" dt="2026-05-23T06:18:14.503" v="897" actId="2085"/>
          <ac:picMkLst>
            <pc:docMk/>
            <pc:sldMk cId="0" sldId="267"/>
            <ac:picMk id="3" creationId="{0FA426DF-3EB2-5B29-14C6-AD8D9874DE10}"/>
          </ac:picMkLst>
        </pc:picChg>
        <pc:picChg chg="add del mod">
          <ac:chgData name="ARJUN AVALAKKI MOHAN" userId="be4ab9aaf12c5868" providerId="LiveId" clId="{C81E60EF-EF5F-4B4B-A4E1-3178676F15CC}" dt="2026-05-23T06:14:11.556" v="864" actId="478"/>
          <ac:picMkLst>
            <pc:docMk/>
            <pc:sldMk cId="0" sldId="267"/>
            <ac:picMk id="4" creationId="{A5722C49-878A-9ADD-0D36-BBD86256153F}"/>
          </ac:picMkLst>
        </pc:picChg>
      </pc:sldChg>
      <pc:sldChg chg="addSp delSp modSp mod modNotes">
        <pc:chgData name="ARJUN AVALAKKI MOHAN" userId="be4ab9aaf12c5868" providerId="LiveId" clId="{C81E60EF-EF5F-4B4B-A4E1-3178676F15CC}" dt="2026-05-23T06:18:07.555" v="896" actId="2085"/>
        <pc:sldMkLst>
          <pc:docMk/>
          <pc:sldMk cId="0" sldId="268"/>
        </pc:sldMkLst>
        <pc:spChg chg="mod">
          <ac:chgData name="ARJUN AVALAKKI MOHAN" userId="be4ab9aaf12c5868" providerId="LiveId" clId="{C81E60EF-EF5F-4B4B-A4E1-3178676F15CC}" dt="2026-05-23T06:15:53.168" v="877" actId="1076"/>
          <ac:spMkLst>
            <pc:docMk/>
            <pc:sldMk cId="0" sldId="268"/>
            <ac:spMk id="256" creationId="{00000000-0000-0000-0000-000000000000}"/>
          </ac:spMkLst>
        </pc:spChg>
        <pc:picChg chg="add del mod">
          <ac:chgData name="ARJUN AVALAKKI MOHAN" userId="be4ab9aaf12c5868" providerId="LiveId" clId="{C81E60EF-EF5F-4B4B-A4E1-3178676F15CC}" dt="2026-05-23T06:15:20.790" v="874" actId="478"/>
          <ac:picMkLst>
            <pc:docMk/>
            <pc:sldMk cId="0" sldId="268"/>
            <ac:picMk id="2" creationId="{83237B88-52C8-4925-B904-FB0AF33100D6}"/>
          </ac:picMkLst>
        </pc:picChg>
        <pc:picChg chg="add mod">
          <ac:chgData name="ARJUN AVALAKKI MOHAN" userId="be4ab9aaf12c5868" providerId="LiveId" clId="{C81E60EF-EF5F-4B4B-A4E1-3178676F15CC}" dt="2026-05-23T06:18:07.555" v="896" actId="2085"/>
          <ac:picMkLst>
            <pc:docMk/>
            <pc:sldMk cId="0" sldId="268"/>
            <ac:picMk id="3" creationId="{C331EB5E-11D8-4A6D-0411-2A0C93A01961}"/>
          </ac:picMkLst>
        </pc:picChg>
      </pc:sldChg>
      <pc:sldChg chg="addSp delSp modSp mod modNotes">
        <pc:chgData name="ARJUN AVALAKKI MOHAN" userId="be4ab9aaf12c5868" providerId="LiveId" clId="{C81E60EF-EF5F-4B4B-A4E1-3178676F15CC}" dt="2026-05-23T06:17:57.735" v="895" actId="2085"/>
        <pc:sldMkLst>
          <pc:docMk/>
          <pc:sldMk cId="0" sldId="269"/>
        </pc:sldMkLst>
        <pc:spChg chg="mod">
          <ac:chgData name="ARJUN AVALAKKI MOHAN" userId="be4ab9aaf12c5868" providerId="LiveId" clId="{C81E60EF-EF5F-4B4B-A4E1-3178676F15CC}" dt="2026-05-23T06:16:43.534" v="885" actId="14100"/>
          <ac:spMkLst>
            <pc:docMk/>
            <pc:sldMk cId="0" sldId="269"/>
            <ac:spMk id="263" creationId="{00000000-0000-0000-0000-000000000000}"/>
          </ac:spMkLst>
        </pc:spChg>
        <pc:picChg chg="add del mod">
          <ac:chgData name="ARJUN AVALAKKI MOHAN" userId="be4ab9aaf12c5868" providerId="LiveId" clId="{C81E60EF-EF5F-4B4B-A4E1-3178676F15CC}" dt="2026-05-22T05:43:32.080" v="826" actId="478"/>
          <ac:picMkLst>
            <pc:docMk/>
            <pc:sldMk cId="0" sldId="269"/>
            <ac:picMk id="2" creationId="{0EF06449-C1BE-E8BF-BC30-2A5B2F94F517}"/>
          </ac:picMkLst>
        </pc:picChg>
        <pc:picChg chg="add mod">
          <ac:chgData name="ARJUN AVALAKKI MOHAN" userId="be4ab9aaf12c5868" providerId="LiveId" clId="{C81E60EF-EF5F-4B4B-A4E1-3178676F15CC}" dt="2026-05-23T06:17:57.735" v="895" actId="2085"/>
          <ac:picMkLst>
            <pc:docMk/>
            <pc:sldMk cId="0" sldId="269"/>
            <ac:picMk id="3" creationId="{4FDF5F04-A16A-8719-A692-B9C7214704D4}"/>
          </ac:picMkLst>
        </pc:picChg>
        <pc:picChg chg="add del mod">
          <ac:chgData name="ARJUN AVALAKKI MOHAN" userId="be4ab9aaf12c5868" providerId="LiveId" clId="{C81E60EF-EF5F-4B4B-A4E1-3178676F15CC}" dt="2026-05-23T06:16:33.201" v="883" actId="478"/>
          <ac:picMkLst>
            <pc:docMk/>
            <pc:sldMk cId="0" sldId="269"/>
            <ac:picMk id="4" creationId="{ECCD54A3-5A7D-7962-92AF-B50CC087C9F0}"/>
          </ac:picMkLst>
        </pc:picChg>
        <pc:picChg chg="del">
          <ac:chgData name="ARJUN AVALAKKI MOHAN" userId="be4ab9aaf12c5868" providerId="LiveId" clId="{C81E60EF-EF5F-4B4B-A4E1-3178676F15CC}" dt="2026-05-22T05:40:26.984" v="816" actId="478"/>
          <ac:picMkLst>
            <pc:docMk/>
            <pc:sldMk cId="0" sldId="269"/>
            <ac:picMk id="264" creationId="{00000000-0000-0000-0000-000000000000}"/>
          </ac:picMkLst>
        </pc:picChg>
      </pc:sldChg>
      <pc:sldChg chg="modNotes">
        <pc:chgData name="ARJUN AVALAKKI MOHAN" userId="be4ab9aaf12c5868" providerId="LiveId" clId="{C81E60EF-EF5F-4B4B-A4E1-3178676F15CC}" dt="2026-05-20T03:54:24.689" v="721"/>
        <pc:sldMkLst>
          <pc:docMk/>
          <pc:sldMk cId="0" sldId="271"/>
        </pc:sldMkLst>
      </pc:sldChg>
      <pc:sldChg chg="addSp delSp modSp mod modNotes">
        <pc:chgData name="ARJUN AVALAKKI MOHAN" userId="be4ab9aaf12c5868" providerId="LiveId" clId="{C81E60EF-EF5F-4B4B-A4E1-3178676F15CC}" dt="2026-05-23T06:54:28.915" v="926" actId="14100"/>
        <pc:sldMkLst>
          <pc:docMk/>
          <pc:sldMk cId="0" sldId="272"/>
        </pc:sldMkLst>
        <pc:spChg chg="add del">
          <ac:chgData name="ARJUN AVALAKKI MOHAN" userId="be4ab9aaf12c5868" providerId="LiveId" clId="{C81E60EF-EF5F-4B4B-A4E1-3178676F15CC}" dt="2026-05-23T06:49:21.873" v="910" actId="22"/>
          <ac:spMkLst>
            <pc:docMk/>
            <pc:sldMk cId="0" sldId="272"/>
            <ac:spMk id="8" creationId="{EF9905E1-C713-E4E1-2296-01DDFAD6042C}"/>
          </ac:spMkLst>
        </pc:spChg>
        <pc:spChg chg="add mod">
          <ac:chgData name="ARJUN AVALAKKI MOHAN" userId="be4ab9aaf12c5868" providerId="LiveId" clId="{C81E60EF-EF5F-4B4B-A4E1-3178676F15CC}" dt="2026-05-23T06:54:28.915" v="926" actId="14100"/>
          <ac:spMkLst>
            <pc:docMk/>
            <pc:sldMk cId="0" sldId="272"/>
            <ac:spMk id="11" creationId="{D4ABDF3F-C62F-1A03-305E-9ACEC9558668}"/>
          </ac:spMkLst>
        </pc:spChg>
        <pc:spChg chg="mod">
          <ac:chgData name="ARJUN AVALAKKI MOHAN" userId="be4ab9aaf12c5868" providerId="LiveId" clId="{C81E60EF-EF5F-4B4B-A4E1-3178676F15CC}" dt="2026-05-23T06:48:30.836" v="903" actId="1076"/>
          <ac:spMkLst>
            <pc:docMk/>
            <pc:sldMk cId="0" sldId="272"/>
            <ac:spMk id="282" creationId="{00000000-0000-0000-0000-000000000000}"/>
          </ac:spMkLst>
        </pc:spChg>
        <pc:picChg chg="add del mod">
          <ac:chgData name="ARJUN AVALAKKI MOHAN" userId="be4ab9aaf12c5868" providerId="LiveId" clId="{C81E60EF-EF5F-4B4B-A4E1-3178676F15CC}" dt="2026-05-23T06:48:19.247" v="898" actId="478"/>
          <ac:picMkLst>
            <pc:docMk/>
            <pc:sldMk cId="0" sldId="272"/>
            <ac:picMk id="3" creationId="{76232950-6D82-5068-3105-506D04C9CEFB}"/>
          </ac:picMkLst>
        </pc:picChg>
        <pc:picChg chg="add mod">
          <ac:chgData name="ARJUN AVALAKKI MOHAN" userId="be4ab9aaf12c5868" providerId="LiveId" clId="{C81E60EF-EF5F-4B4B-A4E1-3178676F15CC}" dt="2026-05-23T06:53:19.197" v="914" actId="1076"/>
          <ac:picMkLst>
            <pc:docMk/>
            <pc:sldMk cId="0" sldId="272"/>
            <ac:picMk id="4" creationId="{4ABB8DA1-DE2B-A470-FD35-BDB987176BFB}"/>
          </ac:picMkLst>
        </pc:picChg>
        <pc:picChg chg="add del mod">
          <ac:chgData name="ARJUN AVALAKKI MOHAN" userId="be4ab9aaf12c5868" providerId="LiveId" clId="{C81E60EF-EF5F-4B4B-A4E1-3178676F15CC}" dt="2026-05-23T06:48:20.079" v="899" actId="478"/>
          <ac:picMkLst>
            <pc:docMk/>
            <pc:sldMk cId="0" sldId="272"/>
            <ac:picMk id="5" creationId="{28FE4F40-9295-B4A4-C7A6-585514873CBB}"/>
          </ac:picMkLst>
        </pc:picChg>
        <pc:picChg chg="add del mod">
          <ac:chgData name="ARJUN AVALAKKI MOHAN" userId="be4ab9aaf12c5868" providerId="LiveId" clId="{C81E60EF-EF5F-4B4B-A4E1-3178676F15CC}" dt="2026-05-23T06:48:51.392" v="908" actId="478"/>
          <ac:picMkLst>
            <pc:docMk/>
            <pc:sldMk cId="0" sldId="272"/>
            <ac:picMk id="7" creationId="{900B74AF-50A8-EDCD-6B4E-3FA9662EE864}"/>
          </ac:picMkLst>
        </pc:picChg>
        <pc:picChg chg="add mod">
          <ac:chgData name="ARJUN AVALAKKI MOHAN" userId="be4ab9aaf12c5868" providerId="LiveId" clId="{C81E60EF-EF5F-4B4B-A4E1-3178676F15CC}" dt="2026-05-23T06:53:21.538" v="915" actId="1076"/>
          <ac:picMkLst>
            <pc:docMk/>
            <pc:sldMk cId="0" sldId="272"/>
            <ac:picMk id="10" creationId="{49044BF0-8CAC-97D0-42E8-72488806D257}"/>
          </ac:picMkLst>
        </pc:picChg>
        <pc:picChg chg="del">
          <ac:chgData name="ARJUN AVALAKKI MOHAN" userId="be4ab9aaf12c5868" providerId="LiveId" clId="{C81E60EF-EF5F-4B4B-A4E1-3178676F15CC}" dt="2026-05-23T04:40:01.333" v="834" actId="478"/>
          <ac:picMkLst>
            <pc:docMk/>
            <pc:sldMk cId="0" sldId="272"/>
            <ac:picMk id="283" creationId="{00000000-0000-0000-0000-000000000000}"/>
          </ac:picMkLst>
        </pc:picChg>
      </pc:sldChg>
      <pc:sldChg chg="modNotes">
        <pc:chgData name="ARJUN AVALAKKI MOHAN" userId="be4ab9aaf12c5868" providerId="LiveId" clId="{C81E60EF-EF5F-4B4B-A4E1-3178676F15CC}" dt="2026-05-20T03:54:24.689" v="721"/>
        <pc:sldMkLst>
          <pc:docMk/>
          <pc:sldMk cId="0" sldId="273"/>
        </pc:sldMkLst>
      </pc:sldChg>
      <pc:sldChg chg="modNotes">
        <pc:chgData name="ARJUN AVALAKKI MOHAN" userId="be4ab9aaf12c5868" providerId="LiveId" clId="{C81E60EF-EF5F-4B4B-A4E1-3178676F15CC}" dt="2026-05-20T03:54:24.689" v="721"/>
        <pc:sldMkLst>
          <pc:docMk/>
          <pc:sldMk cId="0" sldId="274"/>
        </pc:sldMkLst>
      </pc:sldChg>
      <pc:sldChg chg="modNotes">
        <pc:chgData name="ARJUN AVALAKKI MOHAN" userId="be4ab9aaf12c5868" providerId="LiveId" clId="{C81E60EF-EF5F-4B4B-A4E1-3178676F15CC}" dt="2026-05-20T03:54:24.689" v="721"/>
        <pc:sldMkLst>
          <pc:docMk/>
          <pc:sldMk cId="0" sldId="275"/>
        </pc:sldMkLst>
      </pc:sldChg>
      <pc:sldChg chg="modNotes">
        <pc:chgData name="ARJUN AVALAKKI MOHAN" userId="be4ab9aaf12c5868" providerId="LiveId" clId="{C81E60EF-EF5F-4B4B-A4E1-3178676F15CC}" dt="2026-05-20T03:54:24.689" v="721"/>
        <pc:sldMkLst>
          <pc:docMk/>
          <pc:sldMk cId="0" sldId="276"/>
        </pc:sldMkLst>
      </pc:sldChg>
      <pc:sldChg chg="modNotes">
        <pc:chgData name="ARJUN AVALAKKI MOHAN" userId="be4ab9aaf12c5868" providerId="LiveId" clId="{C81E60EF-EF5F-4B4B-A4E1-3178676F15CC}" dt="2026-05-20T03:54:24.689" v="721"/>
        <pc:sldMkLst>
          <pc:docMk/>
          <pc:sldMk cId="0" sldId="277"/>
        </pc:sldMkLst>
      </pc:sldChg>
      <pc:sldChg chg="modNotes">
        <pc:chgData name="ARJUN AVALAKKI MOHAN" userId="be4ab9aaf12c5868" providerId="LiveId" clId="{C81E60EF-EF5F-4B4B-A4E1-3178676F15CC}" dt="2026-05-20T03:54:24.689" v="721"/>
        <pc:sldMkLst>
          <pc:docMk/>
          <pc:sldMk cId="0" sldId="278"/>
        </pc:sldMkLst>
      </pc:sldChg>
      <pc:sldChg chg="modNotes">
        <pc:chgData name="ARJUN AVALAKKI MOHAN" userId="be4ab9aaf12c5868" providerId="LiveId" clId="{C81E60EF-EF5F-4B4B-A4E1-3178676F15CC}" dt="2026-05-20T03:54:24.689" v="721"/>
        <pc:sldMkLst>
          <pc:docMk/>
          <pc:sldMk cId="0" sldId="279"/>
        </pc:sldMkLst>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sldChg chg="add">
        <pc:chgData name="ARJUN AVALAKKI MOHAN" userId="be4ab9aaf12c5868" providerId="LiveId" clId="{C81E60EF-EF5F-4B4B-A4E1-3178676F15CC}" dt="2026-05-23T06:54:48.325" v="927" actId="2890"/>
        <pc:sldMkLst>
          <pc:docMk/>
          <pc:sldMk cId="484767743" sldId="28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3980FA25-D600-FF76-1D7B-AA865D3E6123}"/>
            </a:ext>
          </a:extLst>
        </p:cNvPr>
        <p:cNvGrpSpPr/>
        <p:nvPr/>
      </p:nvGrpSpPr>
      <p:grpSpPr>
        <a:xfrm>
          <a:off x="0" y="0"/>
          <a:ext cx="0" cy="0"/>
          <a:chOff x="0" y="0"/>
          <a:chExt cx="0" cy="0"/>
        </a:xfrm>
      </p:grpSpPr>
      <p:sp>
        <p:nvSpPr>
          <p:cNvPr id="278" name="Google Shape;278;g8d8c850c25_0_118:notes">
            <a:extLst>
              <a:ext uri="{FF2B5EF4-FFF2-40B4-BE49-F238E27FC236}">
                <a16:creationId xmlns:a16="http://schemas.microsoft.com/office/drawing/2014/main" id="{F9A222EF-319D-E5D7-CEB3-7E7AAABA8DA4}"/>
              </a:ext>
            </a:extLst>
          </p:cNvPr>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a:extLst>
              <a:ext uri="{FF2B5EF4-FFF2-40B4-BE49-F238E27FC236}">
                <a16:creationId xmlns:a16="http://schemas.microsoft.com/office/drawing/2014/main" id="{E39644E9-FB08-685B-802D-BEC2ACB270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5911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5.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5.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17/05/2026]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lvl="0" indent="0">
              <a:buNone/>
            </a:pPr>
            <a:r>
              <a:rPr lang="en-US" sz="1400" dirty="0"/>
              <a:t>- Views to support controlled access to employee data</a:t>
            </a:r>
            <a:endParaRPr sz="14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3" name="Picture 2">
            <a:extLst>
              <a:ext uri="{FF2B5EF4-FFF2-40B4-BE49-F238E27FC236}">
                <a16:creationId xmlns:a16="http://schemas.microsoft.com/office/drawing/2014/main" id="{0FA426DF-3EB2-5B29-14C6-AD8D9874DE10}"/>
              </a:ext>
            </a:extLst>
          </p:cNvPr>
          <p:cNvPicPr>
            <a:picLocks noChangeAspect="1"/>
          </p:cNvPicPr>
          <p:nvPr/>
        </p:nvPicPr>
        <p:blipFill>
          <a:blip r:embed="rId3"/>
          <a:stretch>
            <a:fillRect/>
          </a:stretch>
        </p:blipFill>
        <p:spPr>
          <a:xfrm>
            <a:off x="264850" y="5313680"/>
            <a:ext cx="6969070" cy="331216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850" y="181684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C331EB5E-11D8-4A6D-0411-2A0C93A01961}"/>
              </a:ext>
            </a:extLst>
          </p:cNvPr>
          <p:cNvPicPr>
            <a:picLocks noChangeAspect="1"/>
          </p:cNvPicPr>
          <p:nvPr/>
        </p:nvPicPr>
        <p:blipFill>
          <a:blip r:embed="rId3"/>
          <a:stretch>
            <a:fillRect/>
          </a:stretch>
        </p:blipFill>
        <p:spPr>
          <a:xfrm>
            <a:off x="345440" y="4798257"/>
            <a:ext cx="7162010" cy="5087423"/>
          </a:xfrm>
          <a:prstGeom prst="rect">
            <a:avLst/>
          </a:prstGeom>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00" y="1766654"/>
            <a:ext cx="7242600" cy="326254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4FDF5F04-A16A-8719-A692-B9C7214704D4}"/>
              </a:ext>
            </a:extLst>
          </p:cNvPr>
          <p:cNvPicPr>
            <a:picLocks noChangeAspect="1"/>
          </p:cNvPicPr>
          <p:nvPr/>
        </p:nvPicPr>
        <p:blipFill>
          <a:blip r:embed="rId3"/>
          <a:stretch>
            <a:fillRect/>
          </a:stretch>
        </p:blipFill>
        <p:spPr>
          <a:xfrm>
            <a:off x="264900" y="5029200"/>
            <a:ext cx="7242600" cy="4439920"/>
          </a:xfrm>
          <a:prstGeom prst="rect">
            <a:avLst/>
          </a:prstGeom>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You will:</a:t>
            </a:r>
            <a:endParaRPr sz="1550" b="1">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Create the database using SQL DDL commands</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Load the data into your database, utilizing flat file ETL</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Submission</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Hints</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After running CRUD commands like update, insert, or delete, run a </a:t>
            </a:r>
            <a:r>
              <a:rPr lang="en" sz="1550">
                <a:solidFill>
                  <a:srgbClr val="525C65"/>
                </a:solidFill>
                <a:highlight>
                  <a:srgbClr val="FFFFFF"/>
                </a:highlight>
                <a:latin typeface="Source Code Pro"/>
                <a:ea typeface="Source Code Pro"/>
                <a:cs typeface="Source Code Pro"/>
                <a:sym typeface="Source Code Pro"/>
              </a:rPr>
              <a:t>SELECT*</a:t>
            </a:r>
            <a:r>
              <a:rPr lang="en" sz="155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p:cNvSpPr txBox="1">
            <a:spLocks noGrp="1"/>
          </p:cNvSpPr>
          <p:nvPr>
            <p:ph type="body" idx="1"/>
          </p:nvPr>
        </p:nvSpPr>
        <p:spPr>
          <a:xfrm>
            <a:off x="264945" y="1732874"/>
            <a:ext cx="7242600" cy="77814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4ABB8DA1-DE2B-A470-FD35-BDB987176BFB}"/>
              </a:ext>
            </a:extLst>
          </p:cNvPr>
          <p:cNvPicPr>
            <a:picLocks noChangeAspect="1"/>
          </p:cNvPicPr>
          <p:nvPr/>
        </p:nvPicPr>
        <p:blipFill>
          <a:blip r:embed="rId3"/>
          <a:stretch>
            <a:fillRect/>
          </a:stretch>
        </p:blipFill>
        <p:spPr>
          <a:xfrm>
            <a:off x="376059" y="3521903"/>
            <a:ext cx="3184900" cy="6322473"/>
          </a:xfrm>
          <a:prstGeom prst="rect">
            <a:avLst/>
          </a:prstGeom>
        </p:spPr>
      </p:pic>
      <p:pic>
        <p:nvPicPr>
          <p:cNvPr id="10" name="Picture 9">
            <a:extLst>
              <a:ext uri="{FF2B5EF4-FFF2-40B4-BE49-F238E27FC236}">
                <a16:creationId xmlns:a16="http://schemas.microsoft.com/office/drawing/2014/main" id="{49044BF0-8CAC-97D0-42E8-72488806D257}"/>
              </a:ext>
            </a:extLst>
          </p:cNvPr>
          <p:cNvPicPr>
            <a:picLocks noChangeAspect="1"/>
          </p:cNvPicPr>
          <p:nvPr/>
        </p:nvPicPr>
        <p:blipFill>
          <a:blip r:embed="rId4"/>
          <a:stretch>
            <a:fillRect/>
          </a:stretch>
        </p:blipFill>
        <p:spPr>
          <a:xfrm>
            <a:off x="4211443" y="3521903"/>
            <a:ext cx="3315163" cy="5563376"/>
          </a:xfrm>
          <a:prstGeom prst="rect">
            <a:avLst/>
          </a:prstGeom>
        </p:spPr>
      </p:pic>
      <p:sp>
        <p:nvSpPr>
          <p:cNvPr id="11" name="Google Shape;282;p67">
            <a:extLst>
              <a:ext uri="{FF2B5EF4-FFF2-40B4-BE49-F238E27FC236}">
                <a16:creationId xmlns:a16="http://schemas.microsoft.com/office/drawing/2014/main" id="{D4ABDF3F-C62F-1A03-305E-9ACEC9558668}"/>
              </a:ext>
            </a:extLst>
          </p:cNvPr>
          <p:cNvSpPr txBox="1">
            <a:spLocks/>
          </p:cNvSpPr>
          <p:nvPr/>
        </p:nvSpPr>
        <p:spPr>
          <a:xfrm>
            <a:off x="284006" y="2773336"/>
            <a:ext cx="3002891" cy="59052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marL="0" indent="0">
              <a:buNone/>
            </a:pPr>
            <a:r>
              <a:rPr lang="en-US" sz="1900" b="1" dirty="0">
                <a:solidFill>
                  <a:srgbClr val="FF0000"/>
                </a:solidFill>
              </a:rPr>
              <a:t>01_create_tables.sql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E78F7E-9773-081F-8767-9B81BA0EFE3D}"/>
            </a:ext>
          </a:extLst>
        </p:cNvPr>
        <p:cNvGrpSpPr/>
        <p:nvPr/>
      </p:nvGrpSpPr>
      <p:grpSpPr>
        <a:xfrm>
          <a:off x="0" y="0"/>
          <a:ext cx="0" cy="0"/>
          <a:chOff x="0" y="0"/>
          <a:chExt cx="0" cy="0"/>
        </a:xfrm>
      </p:grpSpPr>
      <p:sp>
        <p:nvSpPr>
          <p:cNvPr id="281" name="Google Shape;281;p67">
            <a:extLst>
              <a:ext uri="{FF2B5EF4-FFF2-40B4-BE49-F238E27FC236}">
                <a16:creationId xmlns:a16="http://schemas.microsoft.com/office/drawing/2014/main" id="{2E8E1985-A0A1-EB7D-60E4-BFE04267DB77}"/>
              </a:ext>
            </a:extLst>
          </p:cNvPr>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a:extLst>
              <a:ext uri="{FF2B5EF4-FFF2-40B4-BE49-F238E27FC236}">
                <a16:creationId xmlns:a16="http://schemas.microsoft.com/office/drawing/2014/main" id="{2ED2A2C5-3FE7-5262-EA37-AF98B930D887}"/>
              </a:ext>
            </a:extLst>
          </p:cNvPr>
          <p:cNvSpPr txBox="1">
            <a:spLocks noGrp="1"/>
          </p:cNvSpPr>
          <p:nvPr>
            <p:ph type="body" idx="1"/>
          </p:nvPr>
        </p:nvSpPr>
        <p:spPr>
          <a:xfrm>
            <a:off x="264945" y="1732874"/>
            <a:ext cx="7242600" cy="77814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CC73533D-2F9C-7644-C31A-DD9AB972C2D8}"/>
              </a:ext>
            </a:extLst>
          </p:cNvPr>
          <p:cNvPicPr>
            <a:picLocks noChangeAspect="1"/>
          </p:cNvPicPr>
          <p:nvPr/>
        </p:nvPicPr>
        <p:blipFill>
          <a:blip r:embed="rId3"/>
          <a:stretch>
            <a:fillRect/>
          </a:stretch>
        </p:blipFill>
        <p:spPr>
          <a:xfrm>
            <a:off x="376059" y="3521903"/>
            <a:ext cx="3184900" cy="6322473"/>
          </a:xfrm>
          <a:prstGeom prst="rect">
            <a:avLst/>
          </a:prstGeom>
        </p:spPr>
      </p:pic>
      <p:pic>
        <p:nvPicPr>
          <p:cNvPr id="10" name="Picture 9">
            <a:extLst>
              <a:ext uri="{FF2B5EF4-FFF2-40B4-BE49-F238E27FC236}">
                <a16:creationId xmlns:a16="http://schemas.microsoft.com/office/drawing/2014/main" id="{691005A1-7CCE-407F-FBB7-4EED88154932}"/>
              </a:ext>
            </a:extLst>
          </p:cNvPr>
          <p:cNvPicPr>
            <a:picLocks noChangeAspect="1"/>
          </p:cNvPicPr>
          <p:nvPr/>
        </p:nvPicPr>
        <p:blipFill>
          <a:blip r:embed="rId4"/>
          <a:stretch>
            <a:fillRect/>
          </a:stretch>
        </p:blipFill>
        <p:spPr>
          <a:xfrm>
            <a:off x="4211443" y="3521903"/>
            <a:ext cx="3315163" cy="5563376"/>
          </a:xfrm>
          <a:prstGeom prst="rect">
            <a:avLst/>
          </a:prstGeom>
        </p:spPr>
      </p:pic>
      <p:sp>
        <p:nvSpPr>
          <p:cNvPr id="11" name="Google Shape;282;p67">
            <a:extLst>
              <a:ext uri="{FF2B5EF4-FFF2-40B4-BE49-F238E27FC236}">
                <a16:creationId xmlns:a16="http://schemas.microsoft.com/office/drawing/2014/main" id="{97E99462-E313-08C0-92C2-6581D6E45DD1}"/>
              </a:ext>
            </a:extLst>
          </p:cNvPr>
          <p:cNvSpPr txBox="1">
            <a:spLocks/>
          </p:cNvSpPr>
          <p:nvPr/>
        </p:nvSpPr>
        <p:spPr>
          <a:xfrm>
            <a:off x="284006" y="2773336"/>
            <a:ext cx="3002891" cy="59052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marL="0" indent="0">
              <a:buNone/>
            </a:pPr>
            <a:r>
              <a:rPr lang="en-US" sz="1900" b="1" dirty="0">
                <a:solidFill>
                  <a:srgbClr val="FF0000"/>
                </a:solidFill>
              </a:rPr>
              <a:t>01_create_tables.sql</a:t>
            </a:r>
          </a:p>
        </p:txBody>
      </p:sp>
    </p:spTree>
    <p:extLst>
      <p:ext uri="{BB962C8B-B14F-4D97-AF65-F5344CB8AC3E}">
        <p14:creationId xmlns:p14="http://schemas.microsoft.com/office/powerpoint/2010/main" val="484767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1: Return a list of employees with Job Titles and Department Names</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0" name="Google Shape;290;p68"/>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2: Insert Web Programmer as a new job title</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7" name="Google Shape;297;p69"/>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3: Correct the job title from web programmer to web developer</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04" name="Google Shape;304;p70"/>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4: Delete the job title Web Developer from the database</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1" name="Google Shape;311;p71"/>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5: How many employees are in each department?</a:t>
            </a: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8" name="Google Shape;318;p72"/>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25" name="Google Shape;325;p73"/>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Question 7: Describe how you would apply table security to restrict access to employee salaries using an SQL server.</a:t>
            </a:r>
            <a:endParaRPr sz="1900" b="1">
              <a:latin typeface="Open Sans"/>
              <a:ea typeface="Open Sans"/>
              <a:cs typeface="Open Sans"/>
              <a:sym typeface="Open Sans"/>
            </a:endParaRPr>
          </a:p>
          <a:p>
            <a:pPr marL="0" lvl="0" indent="0" algn="l" rtl="0">
              <a:spcBef>
                <a:spcPts val="1600"/>
              </a:spcBef>
              <a:spcAft>
                <a:spcPts val="0"/>
              </a:spcAft>
              <a:buNone/>
            </a:pPr>
            <a:r>
              <a:rPr lang="en" sz="1900" b="1">
                <a:solidFill>
                  <a:srgbClr val="FF0000"/>
                </a:solidFill>
                <a:latin typeface="Open Sans"/>
                <a:ea typeface="Open Sans"/>
                <a:cs typeface="Open Sans"/>
                <a:sym typeface="Open Sans"/>
              </a:rPr>
              <a:t>** answer in a short paragraph, how you would apply table security to restrict access to employee salaries</a:t>
            </a:r>
            <a:endParaRPr sz="1900" b="1">
              <a:solidFill>
                <a:srgbClr val="FF0000"/>
              </a:solidFill>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344</TotalTime>
  <Words>2408</Words>
  <Application>Microsoft Office PowerPoint</Application>
  <PresentationFormat>Custom</PresentationFormat>
  <Paragraphs>260</Paragraphs>
  <Slides>25</Slides>
  <Notes>24</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25</vt:i4>
      </vt:variant>
    </vt:vector>
  </HeadingPairs>
  <TitlesOfParts>
    <vt:vector size="35" baseType="lpstr">
      <vt:lpstr>Arial</vt:lpstr>
      <vt:lpstr>Source Code Pro</vt:lpstr>
      <vt:lpstr>Open Sans Light</vt:lpstr>
      <vt:lpstr>Open Sans</vt:lpstr>
      <vt:lpstr>Open Sans </vt:lpstr>
      <vt:lpstr>Helvetica Neue</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2026-05-23T06:54:48Z</dcterms:modified>
</cp:coreProperties>
</file>