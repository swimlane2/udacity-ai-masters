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29"/>
  </p:notesMasterIdLst>
  <p:sldIdLst>
    <p:sldId id="256" r:id="rId5"/>
    <p:sldId id="258" r:id="rId6"/>
    <p:sldId id="259" r:id="rId7"/>
    <p:sldId id="260" r:id="rId8"/>
    <p:sldId id="261" r:id="rId9"/>
    <p:sldId id="287"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Lst>
  <p:sldSz cx="7772400" cy="10058400"/>
  <p:notesSz cx="6858000" cy="9144000"/>
  <p:embeddedFontLst>
    <p:embeddedFont>
      <p:font typeface="Helvetica Neue" panose="020B0604020202020204" charset="0"/>
      <p:regular r:id="rId30"/>
      <p:bold r:id="rId31"/>
      <p:italic r:id="rId32"/>
      <p:boldItalic r:id="rId33"/>
    </p:embeddedFont>
    <p:embeddedFont>
      <p:font typeface="Open Sans" panose="020B0606030504020204" pitchFamily="34" charset="0"/>
      <p:regular r:id="rId34"/>
      <p:bold r:id="rId35"/>
      <p:italic r:id="rId36"/>
      <p:boldItalic r:id="rId37"/>
    </p:embeddedFont>
    <p:embeddedFont>
      <p:font typeface="Open Sans Light" panose="020B0306030504020204" pitchFamily="34" charset="0"/>
      <p:regular r:id="rId38"/>
      <p:bold r:id="rId39"/>
      <p:italic r:id="rId40"/>
      <p:boldItalic r:id="rId41"/>
    </p:embeddedFont>
    <p:embeddedFont>
      <p:font typeface="Source Code Pro" panose="020B0509030403020204" pitchFamily="49" charset="0"/>
      <p:regular r:id="rId42"/>
      <p:bold r:id="rId43"/>
      <p:italic r:id="rId44"/>
      <p:boldItalic r:id="rId4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ECDE29-5A9E-4E44-A6A5-88C1A3F6F982}" v="4" dt="2026-05-23T06:15:43.8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1272" y="-62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0.fntdata"/><Relationship Id="rId21" Type="http://schemas.openxmlformats.org/officeDocument/2006/relationships/slide" Target="slides/slide17.xml"/><Relationship Id="rId34" Type="http://schemas.openxmlformats.org/officeDocument/2006/relationships/font" Target="fonts/font5.fntdata"/><Relationship Id="rId42" Type="http://schemas.openxmlformats.org/officeDocument/2006/relationships/font" Target="fonts/font13.fntdata"/><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notesMaster" Target="notesMasters/notesMaster1.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45" Type="http://schemas.openxmlformats.org/officeDocument/2006/relationships/font" Target="fonts/font16.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7.fntdata"/><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2.fntdata"/><Relationship Id="rId44" Type="http://schemas.openxmlformats.org/officeDocument/2006/relationships/font" Target="fonts/font15.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font" Target="fonts/font1.fntdata"/><Relationship Id="rId35" Type="http://schemas.openxmlformats.org/officeDocument/2006/relationships/font" Target="fonts/font6.fntdata"/><Relationship Id="rId43" Type="http://schemas.openxmlformats.org/officeDocument/2006/relationships/font" Target="fonts/font14.fntdata"/><Relationship Id="rId48" Type="http://schemas.openxmlformats.org/officeDocument/2006/relationships/theme" Target="theme/theme1.xml"/><Relationship Id="rId8" Type="http://schemas.openxmlformats.org/officeDocument/2006/relationships/slide" Target="slides/slide4.xml"/><Relationship Id="rId51" Type="http://schemas.microsoft.com/office/2015/10/relationships/revisionInfo" Target="revisionInfo.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4.fntdata"/><Relationship Id="rId38" Type="http://schemas.openxmlformats.org/officeDocument/2006/relationships/font" Target="fonts/font9.fntdata"/><Relationship Id="rId46"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addSld delSld modSld">
      <pc:chgData name="ARJUN AVALAKKI MOHAN" userId="be4ab9aaf12c5868" providerId="LiveId" clId="{C81E60EF-EF5F-4B4B-A4E1-3178676F15CC}" dt="2026-05-23T06:18:14.503" v="897" actId="2085"/>
      <pc:docMkLst>
        <pc:docMk/>
      </pc:docMkLst>
      <pc:sldChg chg="modSp mod">
        <pc:chgData name="ARJUN AVALAKKI MOHAN" userId="be4ab9aaf12c5868" providerId="LiveId" clId="{C81E60EF-EF5F-4B4B-A4E1-3178676F15CC}" dt="2026-05-19T05:48:17.558" v="510" actId="20577"/>
        <pc:sldMkLst>
          <pc:docMk/>
          <pc:sldMk cId="0" sldId="256"/>
        </pc:sldMkLst>
        <pc:spChg chg="mod">
          <ac:chgData name="ARJUN AVALAKKI MOHAN" userId="be4ab9aaf12c5868" providerId="LiveId" clId="{C81E60EF-EF5F-4B4B-A4E1-3178676F15CC}" dt="2026-05-19T05:48:17.558" v="510" actId="20577"/>
          <ac:spMkLst>
            <pc:docMk/>
            <pc:sldMk cId="0" sldId="256"/>
            <ac:spMk id="180" creationId="{00000000-0000-0000-0000-000000000000}"/>
          </ac:spMkLst>
        </pc:spChg>
      </pc:sldChg>
      <pc:sldChg chg="modNotes">
        <pc:chgData name="ARJUN AVALAKKI MOHAN" userId="be4ab9aaf12c5868" providerId="LiveId" clId="{C81E60EF-EF5F-4B4B-A4E1-3178676F15CC}" dt="2026-05-20T03:54:24.689" v="721"/>
        <pc:sldMkLst>
          <pc:docMk/>
          <pc:sldMk cId="0" sldId="258"/>
        </pc:sldMkLst>
      </pc:sldChg>
      <pc:sldChg chg="modNotes">
        <pc:chgData name="ARJUN AVALAKKI MOHAN" userId="be4ab9aaf12c5868" providerId="LiveId" clId="{C81E60EF-EF5F-4B4B-A4E1-3178676F15CC}" dt="2026-05-20T03:54:24.689" v="721"/>
        <pc:sldMkLst>
          <pc:docMk/>
          <pc:sldMk cId="0" sldId="260"/>
        </pc:sldMkLst>
      </pc:sldChg>
      <pc:sldChg chg="addSp delSp modSp mod modNotes">
        <pc:chgData name="ARJUN AVALAKKI MOHAN" userId="be4ab9aaf12c5868" providerId="LiveId" clId="{C81E60EF-EF5F-4B4B-A4E1-3178676F15CC}" dt="2026-05-19T05:54:56.695" v="560" actId="1076"/>
        <pc:sldMkLst>
          <pc:docMk/>
          <pc:sldMk cId="0" sldId="261"/>
        </pc:sldMkLst>
        <pc:spChg chg="add del mod">
          <ac:chgData name="ARJUN AVALAKKI MOHAN" userId="be4ab9aaf12c5868" providerId="LiveId" clId="{C81E60EF-EF5F-4B4B-A4E1-3178676F15CC}" dt="2026-05-19T05:21:51.333" v="302" actId="1076"/>
          <ac:spMkLst>
            <pc:docMk/>
            <pc:sldMk cId="0" sldId="261"/>
            <ac:spMk id="2" creationId="{FE40C933-DA7A-1810-91D7-F01F73C610E0}"/>
          </ac:spMkLst>
        </pc:spChg>
        <pc:spChg chg="add mod">
          <ac:chgData name="ARJUN AVALAKKI MOHAN" userId="be4ab9aaf12c5868" providerId="LiveId" clId="{C81E60EF-EF5F-4B4B-A4E1-3178676F15CC}" dt="2026-05-19T05:54:56.695" v="560" actId="1076"/>
          <ac:spMkLst>
            <pc:docMk/>
            <pc:sldMk cId="0" sldId="261"/>
            <ac:spMk id="10" creationId="{67C8DE7D-764B-DAC9-3E27-FB7662438923}"/>
          </ac:spMkLst>
        </pc:spChg>
        <pc:spChg chg="add mod">
          <ac:chgData name="ARJUN AVALAKKI MOHAN" userId="be4ab9aaf12c5868" providerId="LiveId" clId="{C81E60EF-EF5F-4B4B-A4E1-3178676F15CC}" dt="2026-05-19T05:54:52.782" v="559" actId="1076"/>
          <ac:spMkLst>
            <pc:docMk/>
            <pc:sldMk cId="0" sldId="261"/>
            <ac:spMk id="12" creationId="{38CBDC82-8DFC-5ACF-17A9-83D6B73CC543}"/>
          </ac:spMkLst>
        </pc:spChg>
        <pc:spChg chg="add mod">
          <ac:chgData name="ARJUN AVALAKKI MOHAN" userId="be4ab9aaf12c5868" providerId="LiveId" clId="{C81E60EF-EF5F-4B4B-A4E1-3178676F15CC}" dt="2026-05-19T05:54:48.034" v="558" actId="14100"/>
          <ac:spMkLst>
            <pc:docMk/>
            <pc:sldMk cId="0" sldId="261"/>
            <ac:spMk id="16" creationId="{7304E2DA-752B-5E59-79D9-996014F94E53}"/>
          </ac:spMkLst>
        </pc:spChg>
        <pc:spChg chg="add del">
          <ac:chgData name="ARJUN AVALAKKI MOHAN" userId="be4ab9aaf12c5868" providerId="LiveId" clId="{C81E60EF-EF5F-4B4B-A4E1-3178676F15CC}" dt="2026-05-19T05:21:12.256" v="292" actId="478"/>
          <ac:spMkLst>
            <pc:docMk/>
            <pc:sldMk cId="0" sldId="261"/>
            <ac:spMk id="212" creationId="{00000000-0000-0000-0000-000000000000}"/>
          </ac:spMkLst>
        </pc:spChg>
      </pc:sldChg>
      <pc:sldChg chg="modSp mod">
        <pc:chgData name="ARJUN AVALAKKI MOHAN" userId="be4ab9aaf12c5868" providerId="LiveId" clId="{C81E60EF-EF5F-4B4B-A4E1-3178676F15CC}" dt="2026-05-19T05:44:58.717" v="495" actId="6549"/>
        <pc:sldMkLst>
          <pc:docMk/>
          <pc:sldMk cId="0" sldId="262"/>
        </pc:sldMkLst>
        <pc:spChg chg="mod">
          <ac:chgData name="ARJUN AVALAKKI MOHAN" userId="be4ab9aaf12c5868" providerId="LiveId" clId="{C81E60EF-EF5F-4B4B-A4E1-3178676F15CC}" dt="2026-05-19T05:44:58.717" v="495" actId="6549"/>
          <ac:spMkLst>
            <pc:docMk/>
            <pc:sldMk cId="0" sldId="262"/>
            <ac:spMk id="219" creationId="{00000000-0000-0000-0000-000000000000}"/>
          </ac:spMkLst>
        </pc:spChg>
      </pc:sldChg>
      <pc:sldChg chg="modSp mod modNotes">
        <pc:chgData name="ARJUN AVALAKKI MOHAN" userId="be4ab9aaf12c5868" providerId="LiveId" clId="{C81E60EF-EF5F-4B4B-A4E1-3178676F15CC}" dt="2026-05-20T03:42:14.650" v="624" actId="113"/>
        <pc:sldMkLst>
          <pc:docMk/>
          <pc:sldMk cId="0" sldId="263"/>
        </pc:sldMkLst>
        <pc:spChg chg="mod">
          <ac:chgData name="ARJUN AVALAKKI MOHAN" userId="be4ab9aaf12c5868" providerId="LiveId" clId="{C81E60EF-EF5F-4B4B-A4E1-3178676F15CC}" dt="2026-05-20T03:42:14.650" v="624" actId="113"/>
          <ac:spMkLst>
            <pc:docMk/>
            <pc:sldMk cId="0" sldId="263"/>
            <ac:spMk id="225" creationId="{00000000-0000-0000-0000-000000000000}"/>
          </ac:spMkLst>
        </pc:spChg>
      </pc:sldChg>
      <pc:sldChg chg="modSp mod setBg">
        <pc:chgData name="ARJUN AVALAKKI MOHAN" userId="be4ab9aaf12c5868" providerId="LiveId" clId="{C81E60EF-EF5F-4B4B-A4E1-3178676F15CC}" dt="2026-05-20T03:57:51.356" v="764" actId="6549"/>
        <pc:sldMkLst>
          <pc:docMk/>
          <pc:sldMk cId="0" sldId="264"/>
        </pc:sldMkLst>
        <pc:spChg chg="mod">
          <ac:chgData name="ARJUN AVALAKKI MOHAN" userId="be4ab9aaf12c5868" providerId="LiveId" clId="{C81E60EF-EF5F-4B4B-A4E1-3178676F15CC}" dt="2026-05-20T03:54:24.689" v="721"/>
          <ac:spMkLst>
            <pc:docMk/>
            <pc:sldMk cId="0" sldId="264"/>
            <ac:spMk id="230" creationId="{00000000-0000-0000-0000-000000000000}"/>
          </ac:spMkLst>
        </pc:spChg>
        <pc:spChg chg="mod">
          <ac:chgData name="ARJUN AVALAKKI MOHAN" userId="be4ab9aaf12c5868" providerId="LiveId" clId="{C81E60EF-EF5F-4B4B-A4E1-3178676F15CC}" dt="2026-05-20T03:57:51.356" v="764" actId="6549"/>
          <ac:spMkLst>
            <pc:docMk/>
            <pc:sldMk cId="0" sldId="264"/>
            <ac:spMk id="231" creationId="{00000000-0000-0000-0000-000000000000}"/>
          </ac:spMkLst>
        </pc:spChg>
      </pc:sldChg>
      <pc:sldChg chg="modNotes">
        <pc:chgData name="ARJUN AVALAKKI MOHAN" userId="be4ab9aaf12c5868" providerId="LiveId" clId="{C81E60EF-EF5F-4B4B-A4E1-3178676F15CC}" dt="2026-05-20T03:54:24.689" v="721"/>
        <pc:sldMkLst>
          <pc:docMk/>
          <pc:sldMk cId="0" sldId="266"/>
        </pc:sldMkLst>
      </pc:sldChg>
      <pc:sldChg chg="addSp delSp modSp mod modNotes">
        <pc:chgData name="ARJUN AVALAKKI MOHAN" userId="be4ab9aaf12c5868" providerId="LiveId" clId="{C81E60EF-EF5F-4B4B-A4E1-3178676F15CC}" dt="2026-05-23T06:18:14.503" v="897" actId="2085"/>
        <pc:sldMkLst>
          <pc:docMk/>
          <pc:sldMk cId="0" sldId="267"/>
        </pc:sldMkLst>
        <pc:spChg chg="mod">
          <ac:chgData name="ARJUN AVALAKKI MOHAN" userId="be4ab9aaf12c5868" providerId="LiveId" clId="{C81E60EF-EF5F-4B4B-A4E1-3178676F15CC}" dt="2026-05-21T05:20:21.790" v="767" actId="6549"/>
          <ac:spMkLst>
            <pc:docMk/>
            <pc:sldMk cId="0" sldId="267"/>
            <ac:spMk id="249" creationId="{00000000-0000-0000-0000-000000000000}"/>
          </ac:spMkLst>
        </pc:spChg>
        <pc:picChg chg="add mod">
          <ac:chgData name="ARJUN AVALAKKI MOHAN" userId="be4ab9aaf12c5868" providerId="LiveId" clId="{C81E60EF-EF5F-4B4B-A4E1-3178676F15CC}" dt="2026-05-23T06:18:14.503" v="897" actId="2085"/>
          <ac:picMkLst>
            <pc:docMk/>
            <pc:sldMk cId="0" sldId="267"/>
            <ac:picMk id="3" creationId="{0FA426DF-3EB2-5B29-14C6-AD8D9874DE10}"/>
          </ac:picMkLst>
        </pc:picChg>
        <pc:picChg chg="add del mod">
          <ac:chgData name="ARJUN AVALAKKI MOHAN" userId="be4ab9aaf12c5868" providerId="LiveId" clId="{C81E60EF-EF5F-4B4B-A4E1-3178676F15CC}" dt="2026-05-23T06:14:11.556" v="864" actId="478"/>
          <ac:picMkLst>
            <pc:docMk/>
            <pc:sldMk cId="0" sldId="267"/>
            <ac:picMk id="4" creationId="{A5722C49-878A-9ADD-0D36-BBD86256153F}"/>
          </ac:picMkLst>
        </pc:picChg>
      </pc:sldChg>
      <pc:sldChg chg="addSp delSp modSp mod modNotes">
        <pc:chgData name="ARJUN AVALAKKI MOHAN" userId="be4ab9aaf12c5868" providerId="LiveId" clId="{C81E60EF-EF5F-4B4B-A4E1-3178676F15CC}" dt="2026-05-23T06:18:07.555" v="896" actId="2085"/>
        <pc:sldMkLst>
          <pc:docMk/>
          <pc:sldMk cId="0" sldId="268"/>
        </pc:sldMkLst>
        <pc:spChg chg="mod">
          <ac:chgData name="ARJUN AVALAKKI MOHAN" userId="be4ab9aaf12c5868" providerId="LiveId" clId="{C81E60EF-EF5F-4B4B-A4E1-3178676F15CC}" dt="2026-05-23T06:15:53.168" v="877" actId="1076"/>
          <ac:spMkLst>
            <pc:docMk/>
            <pc:sldMk cId="0" sldId="268"/>
            <ac:spMk id="256" creationId="{00000000-0000-0000-0000-000000000000}"/>
          </ac:spMkLst>
        </pc:spChg>
        <pc:picChg chg="add del mod">
          <ac:chgData name="ARJUN AVALAKKI MOHAN" userId="be4ab9aaf12c5868" providerId="LiveId" clId="{C81E60EF-EF5F-4B4B-A4E1-3178676F15CC}" dt="2026-05-23T06:15:20.790" v="874" actId="478"/>
          <ac:picMkLst>
            <pc:docMk/>
            <pc:sldMk cId="0" sldId="268"/>
            <ac:picMk id="2" creationId="{83237B88-52C8-4925-B904-FB0AF33100D6}"/>
          </ac:picMkLst>
        </pc:picChg>
        <pc:picChg chg="add mod">
          <ac:chgData name="ARJUN AVALAKKI MOHAN" userId="be4ab9aaf12c5868" providerId="LiveId" clId="{C81E60EF-EF5F-4B4B-A4E1-3178676F15CC}" dt="2026-05-23T06:18:07.555" v="896" actId="2085"/>
          <ac:picMkLst>
            <pc:docMk/>
            <pc:sldMk cId="0" sldId="268"/>
            <ac:picMk id="3" creationId="{C331EB5E-11D8-4A6D-0411-2A0C93A01961}"/>
          </ac:picMkLst>
        </pc:picChg>
      </pc:sldChg>
      <pc:sldChg chg="addSp delSp modSp mod modNotes">
        <pc:chgData name="ARJUN AVALAKKI MOHAN" userId="be4ab9aaf12c5868" providerId="LiveId" clId="{C81E60EF-EF5F-4B4B-A4E1-3178676F15CC}" dt="2026-05-23T06:17:57.735" v="895" actId="2085"/>
        <pc:sldMkLst>
          <pc:docMk/>
          <pc:sldMk cId="0" sldId="269"/>
        </pc:sldMkLst>
        <pc:spChg chg="mod">
          <ac:chgData name="ARJUN AVALAKKI MOHAN" userId="be4ab9aaf12c5868" providerId="LiveId" clId="{C81E60EF-EF5F-4B4B-A4E1-3178676F15CC}" dt="2026-05-23T06:16:43.534" v="885" actId="14100"/>
          <ac:spMkLst>
            <pc:docMk/>
            <pc:sldMk cId="0" sldId="269"/>
            <ac:spMk id="263" creationId="{00000000-0000-0000-0000-000000000000}"/>
          </ac:spMkLst>
        </pc:spChg>
        <pc:picChg chg="add del mod">
          <ac:chgData name="ARJUN AVALAKKI MOHAN" userId="be4ab9aaf12c5868" providerId="LiveId" clId="{C81E60EF-EF5F-4B4B-A4E1-3178676F15CC}" dt="2026-05-22T05:43:32.080" v="826" actId="478"/>
          <ac:picMkLst>
            <pc:docMk/>
            <pc:sldMk cId="0" sldId="269"/>
            <ac:picMk id="2" creationId="{0EF06449-C1BE-E8BF-BC30-2A5B2F94F517}"/>
          </ac:picMkLst>
        </pc:picChg>
        <pc:picChg chg="add mod">
          <ac:chgData name="ARJUN AVALAKKI MOHAN" userId="be4ab9aaf12c5868" providerId="LiveId" clId="{C81E60EF-EF5F-4B4B-A4E1-3178676F15CC}" dt="2026-05-23T06:17:57.735" v="895" actId="2085"/>
          <ac:picMkLst>
            <pc:docMk/>
            <pc:sldMk cId="0" sldId="269"/>
            <ac:picMk id="3" creationId="{4FDF5F04-A16A-8719-A692-B9C7214704D4}"/>
          </ac:picMkLst>
        </pc:picChg>
        <pc:picChg chg="add del mod">
          <ac:chgData name="ARJUN AVALAKKI MOHAN" userId="be4ab9aaf12c5868" providerId="LiveId" clId="{C81E60EF-EF5F-4B4B-A4E1-3178676F15CC}" dt="2026-05-23T06:16:33.201" v="883" actId="478"/>
          <ac:picMkLst>
            <pc:docMk/>
            <pc:sldMk cId="0" sldId="269"/>
            <ac:picMk id="4" creationId="{ECCD54A3-5A7D-7962-92AF-B50CC087C9F0}"/>
          </ac:picMkLst>
        </pc:picChg>
        <pc:picChg chg="del">
          <ac:chgData name="ARJUN AVALAKKI MOHAN" userId="be4ab9aaf12c5868" providerId="LiveId" clId="{C81E60EF-EF5F-4B4B-A4E1-3178676F15CC}" dt="2026-05-22T05:40:26.984" v="816" actId="478"/>
          <ac:picMkLst>
            <pc:docMk/>
            <pc:sldMk cId="0" sldId="269"/>
            <ac:picMk id="264" creationId="{00000000-0000-0000-0000-000000000000}"/>
          </ac:picMkLst>
        </pc:picChg>
      </pc:sldChg>
      <pc:sldChg chg="modNotes">
        <pc:chgData name="ARJUN AVALAKKI MOHAN" userId="be4ab9aaf12c5868" providerId="LiveId" clId="{C81E60EF-EF5F-4B4B-A4E1-3178676F15CC}" dt="2026-05-20T03:54:24.689" v="721"/>
        <pc:sldMkLst>
          <pc:docMk/>
          <pc:sldMk cId="0" sldId="271"/>
        </pc:sldMkLst>
      </pc:sldChg>
      <pc:sldChg chg="addSp delSp modSp mod modNotes">
        <pc:chgData name="ARJUN AVALAKKI MOHAN" userId="be4ab9aaf12c5868" providerId="LiveId" clId="{C81E60EF-EF5F-4B4B-A4E1-3178676F15CC}" dt="2026-05-23T04:57:50.654" v="863" actId="14100"/>
        <pc:sldMkLst>
          <pc:docMk/>
          <pc:sldMk cId="0" sldId="272"/>
        </pc:sldMkLst>
        <pc:spChg chg="mod">
          <ac:chgData name="ARJUN AVALAKKI MOHAN" userId="be4ab9aaf12c5868" providerId="LiveId" clId="{C81E60EF-EF5F-4B4B-A4E1-3178676F15CC}" dt="2026-05-23T04:56:27.298" v="854" actId="6549"/>
          <ac:spMkLst>
            <pc:docMk/>
            <pc:sldMk cId="0" sldId="272"/>
            <ac:spMk id="282" creationId="{00000000-0000-0000-0000-000000000000}"/>
          </ac:spMkLst>
        </pc:spChg>
        <pc:picChg chg="add mod">
          <ac:chgData name="ARJUN AVALAKKI MOHAN" userId="be4ab9aaf12c5868" providerId="LiveId" clId="{C81E60EF-EF5F-4B4B-A4E1-3178676F15CC}" dt="2026-05-23T04:57:48.176" v="862" actId="14100"/>
          <ac:picMkLst>
            <pc:docMk/>
            <pc:sldMk cId="0" sldId="272"/>
            <ac:picMk id="3" creationId="{76232950-6D82-5068-3105-506D04C9CEFB}"/>
          </ac:picMkLst>
        </pc:picChg>
        <pc:picChg chg="add mod">
          <ac:chgData name="ARJUN AVALAKKI MOHAN" userId="be4ab9aaf12c5868" providerId="LiveId" clId="{C81E60EF-EF5F-4B4B-A4E1-3178676F15CC}" dt="2026-05-23T04:57:50.654" v="863" actId="14100"/>
          <ac:picMkLst>
            <pc:docMk/>
            <pc:sldMk cId="0" sldId="272"/>
            <ac:picMk id="5" creationId="{28FE4F40-9295-B4A4-C7A6-585514873CBB}"/>
          </ac:picMkLst>
        </pc:picChg>
        <pc:picChg chg="add mod">
          <ac:chgData name="ARJUN AVALAKKI MOHAN" userId="be4ab9aaf12c5868" providerId="LiveId" clId="{C81E60EF-EF5F-4B4B-A4E1-3178676F15CC}" dt="2026-05-23T04:57:44.480" v="861" actId="1076"/>
          <ac:picMkLst>
            <pc:docMk/>
            <pc:sldMk cId="0" sldId="272"/>
            <ac:picMk id="7" creationId="{900B74AF-50A8-EDCD-6B4E-3FA9662EE864}"/>
          </ac:picMkLst>
        </pc:picChg>
        <pc:picChg chg="del">
          <ac:chgData name="ARJUN AVALAKKI MOHAN" userId="be4ab9aaf12c5868" providerId="LiveId" clId="{C81E60EF-EF5F-4B4B-A4E1-3178676F15CC}" dt="2026-05-23T04:40:01.333" v="834" actId="478"/>
          <ac:picMkLst>
            <pc:docMk/>
            <pc:sldMk cId="0" sldId="272"/>
            <ac:picMk id="283" creationId="{00000000-0000-0000-0000-000000000000}"/>
          </ac:picMkLst>
        </pc:picChg>
      </pc:sldChg>
      <pc:sldChg chg="modNotes">
        <pc:chgData name="ARJUN AVALAKKI MOHAN" userId="be4ab9aaf12c5868" providerId="LiveId" clId="{C81E60EF-EF5F-4B4B-A4E1-3178676F15CC}" dt="2026-05-20T03:54:24.689" v="721"/>
        <pc:sldMkLst>
          <pc:docMk/>
          <pc:sldMk cId="0" sldId="273"/>
        </pc:sldMkLst>
      </pc:sldChg>
      <pc:sldChg chg="modNotes">
        <pc:chgData name="ARJUN AVALAKKI MOHAN" userId="be4ab9aaf12c5868" providerId="LiveId" clId="{C81E60EF-EF5F-4B4B-A4E1-3178676F15CC}" dt="2026-05-20T03:54:24.689" v="721"/>
        <pc:sldMkLst>
          <pc:docMk/>
          <pc:sldMk cId="0" sldId="274"/>
        </pc:sldMkLst>
      </pc:sldChg>
      <pc:sldChg chg="modNotes">
        <pc:chgData name="ARJUN AVALAKKI MOHAN" userId="be4ab9aaf12c5868" providerId="LiveId" clId="{C81E60EF-EF5F-4B4B-A4E1-3178676F15CC}" dt="2026-05-20T03:54:24.689" v="721"/>
        <pc:sldMkLst>
          <pc:docMk/>
          <pc:sldMk cId="0" sldId="275"/>
        </pc:sldMkLst>
      </pc:sldChg>
      <pc:sldChg chg="modNotes">
        <pc:chgData name="ARJUN AVALAKKI MOHAN" userId="be4ab9aaf12c5868" providerId="LiveId" clId="{C81E60EF-EF5F-4B4B-A4E1-3178676F15CC}" dt="2026-05-20T03:54:24.689" v="721"/>
        <pc:sldMkLst>
          <pc:docMk/>
          <pc:sldMk cId="0" sldId="276"/>
        </pc:sldMkLst>
      </pc:sldChg>
      <pc:sldChg chg="modNotes">
        <pc:chgData name="ARJUN AVALAKKI MOHAN" userId="be4ab9aaf12c5868" providerId="LiveId" clId="{C81E60EF-EF5F-4B4B-A4E1-3178676F15CC}" dt="2026-05-20T03:54:24.689" v="721"/>
        <pc:sldMkLst>
          <pc:docMk/>
          <pc:sldMk cId="0" sldId="277"/>
        </pc:sldMkLst>
      </pc:sldChg>
      <pc:sldChg chg="modNotes">
        <pc:chgData name="ARJUN AVALAKKI MOHAN" userId="be4ab9aaf12c5868" providerId="LiveId" clId="{C81E60EF-EF5F-4B4B-A4E1-3178676F15CC}" dt="2026-05-20T03:54:24.689" v="721"/>
        <pc:sldMkLst>
          <pc:docMk/>
          <pc:sldMk cId="0" sldId="278"/>
        </pc:sldMkLst>
      </pc:sldChg>
      <pc:sldChg chg="modNotes">
        <pc:chgData name="ARJUN AVALAKKI MOHAN" userId="be4ab9aaf12c5868" providerId="LiveId" clId="{C81E60EF-EF5F-4B4B-A4E1-3178676F15CC}" dt="2026-05-20T03:54:24.689" v="721"/>
        <pc:sldMkLst>
          <pc:docMk/>
          <pc:sldMk cId="0" sldId="279"/>
        </pc:sldMkLst>
      </pc:sldChg>
      <pc:sldChg chg="modSp new mod">
        <pc:chgData name="ARJUN AVALAKKI MOHAN" userId="be4ab9aaf12c5868" providerId="LiveId" clId="{C81E60EF-EF5F-4B4B-A4E1-3178676F15CC}" dt="2026-05-19T05:49:43.113" v="518" actId="2710"/>
        <pc:sldMkLst>
          <pc:docMk/>
          <pc:sldMk cId="2187238618" sldId="287"/>
        </pc:sldMkLst>
        <pc:spChg chg="mod">
          <ac:chgData name="ARJUN AVALAKKI MOHAN" userId="be4ab9aaf12c5868" providerId="LiveId" clId="{C81E60EF-EF5F-4B4B-A4E1-3178676F15CC}" dt="2026-05-19T05:11:26.698" v="236"/>
          <ac:spMkLst>
            <pc:docMk/>
            <pc:sldMk cId="2187238618" sldId="287"/>
            <ac:spMk id="2" creationId="{7F6E1C2B-213D-3408-1FCB-027AF66006F9}"/>
          </ac:spMkLst>
        </pc:spChg>
        <pc:spChg chg="mod">
          <ac:chgData name="ARJUN AVALAKKI MOHAN" userId="be4ab9aaf12c5868" providerId="LiveId" clId="{C81E60EF-EF5F-4B4B-A4E1-3178676F15CC}" dt="2026-05-19T05:49:43.113" v="518" actId="2710"/>
          <ac:spMkLst>
            <pc:docMk/>
            <pc:sldMk cId="2187238618" sldId="287"/>
            <ac:spMk id="3" creationId="{A2BB68B0-9E76-0DFB-F8C8-9B4F0B1EC2F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5.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5.xml"/><Relationship Id="rId5" Type="http://schemas.openxmlformats.org/officeDocument/2006/relationships/image" Target="../media/image9.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[Arjun Avalakki Mohan &amp; 17/05/2026]</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Business Scenario</a:t>
            </a:r>
            <a:endParaRPr dirty="0"/>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 name="Google Shape;213;p56">
            <a:extLst>
              <a:ext uri="{FF2B5EF4-FFF2-40B4-BE49-F238E27FC236}">
                <a16:creationId xmlns:a16="http://schemas.microsoft.com/office/drawing/2014/main" id="{FE40C933-DA7A-1810-91D7-F01F73C610E0}"/>
              </a:ext>
            </a:extLst>
          </p:cNvPr>
          <p:cNvSpPr txBox="1">
            <a:spLocks/>
          </p:cNvSpPr>
          <p:nvPr/>
        </p:nvSpPr>
        <p:spPr>
          <a:xfrm>
            <a:off x="907451" y="7562335"/>
            <a:ext cx="2978749" cy="22011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indent="0">
              <a:spcBef>
                <a:spcPts val="1600"/>
              </a:spcBef>
              <a:spcAft>
                <a:spcPts val="1600"/>
              </a:spcAft>
              <a:buNone/>
            </a:pPr>
            <a:endParaRPr lang="en-US" sz="1400" dirty="0"/>
          </a:p>
        </p:txBody>
      </p:sp>
      <p:sp>
        <p:nvSpPr>
          <p:cNvPr id="10" name="TextBox 9">
            <a:extLst>
              <a:ext uri="{FF2B5EF4-FFF2-40B4-BE49-F238E27FC236}">
                <a16:creationId xmlns:a16="http://schemas.microsoft.com/office/drawing/2014/main" id="{67C8DE7D-764B-DAC9-3E27-FB7662438923}"/>
              </a:ext>
            </a:extLst>
          </p:cNvPr>
          <p:cNvSpPr txBox="1"/>
          <p:nvPr/>
        </p:nvSpPr>
        <p:spPr>
          <a:xfrm>
            <a:off x="2977933" y="6449352"/>
            <a:ext cx="2070482" cy="1169551"/>
          </a:xfrm>
          <a:prstGeom prst="rect">
            <a:avLst/>
          </a:prstGeom>
          <a:noFill/>
        </p:spPr>
        <p:txBody>
          <a:bodyPr wrap="square">
            <a:spAutoFit/>
          </a:bodyPr>
          <a:lstStyle/>
          <a:p>
            <a:r>
              <a:rPr lang="en-GB" dirty="0">
                <a:solidFill>
                  <a:schemeClr val="dk2"/>
                </a:solidFill>
                <a:latin typeface="Open Sans Light"/>
                <a:ea typeface="Open Sans Light"/>
                <a:cs typeface="Open Sans Light"/>
                <a:sym typeface="Open Sans Light"/>
              </a:rPr>
              <a:t>- Manager name</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Salary</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Start and end dates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Work location details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Education level</a:t>
            </a:r>
          </a:p>
        </p:txBody>
      </p:sp>
      <p:sp>
        <p:nvSpPr>
          <p:cNvPr id="12" name="TextBox 11">
            <a:extLst>
              <a:ext uri="{FF2B5EF4-FFF2-40B4-BE49-F238E27FC236}">
                <a16:creationId xmlns:a16="http://schemas.microsoft.com/office/drawing/2014/main" id="{38CBDC82-8DFC-5ACF-17A9-83D6B73CC543}"/>
              </a:ext>
            </a:extLst>
          </p:cNvPr>
          <p:cNvSpPr txBox="1"/>
          <p:nvPr/>
        </p:nvSpPr>
        <p:spPr>
          <a:xfrm>
            <a:off x="907451" y="6449352"/>
            <a:ext cx="2070482" cy="1384995"/>
          </a:xfrm>
          <a:prstGeom prst="rect">
            <a:avLst/>
          </a:prstGeom>
          <a:noFill/>
        </p:spPr>
        <p:txBody>
          <a:bodyPr wrap="square">
            <a:spAutoFit/>
          </a:bodyPr>
          <a:lstStyle/>
          <a:p>
            <a:r>
              <a:rPr lang="en-GB" dirty="0">
                <a:solidFill>
                  <a:schemeClr val="dk2"/>
                </a:solidFill>
                <a:latin typeface="Open Sans Light"/>
                <a:ea typeface="Open Sans Light"/>
                <a:cs typeface="Open Sans Light"/>
              </a:rPr>
              <a:t>- Employee ID</a:t>
            </a:r>
          </a:p>
          <a:p>
            <a:r>
              <a:rPr lang="en-GB" dirty="0">
                <a:solidFill>
                  <a:schemeClr val="dk2"/>
                </a:solidFill>
                <a:latin typeface="Open Sans Light"/>
                <a:ea typeface="Open Sans Light"/>
                <a:cs typeface="Open Sans Light"/>
              </a:rPr>
              <a:t>- Employee name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Email address</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Hire date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Job title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Department</a:t>
            </a:r>
          </a:p>
        </p:txBody>
      </p:sp>
      <p:sp>
        <p:nvSpPr>
          <p:cNvPr id="16" name="Text Placeholder 15">
            <a:extLst>
              <a:ext uri="{FF2B5EF4-FFF2-40B4-BE49-F238E27FC236}">
                <a16:creationId xmlns:a16="http://schemas.microsoft.com/office/drawing/2014/main" id="{7304E2DA-752B-5E59-79D9-996014F94E53}"/>
              </a:ext>
            </a:extLst>
          </p:cNvPr>
          <p:cNvSpPr>
            <a:spLocks noGrp="1"/>
          </p:cNvSpPr>
          <p:nvPr>
            <p:ph type="body" idx="1"/>
          </p:nvPr>
        </p:nvSpPr>
        <p:spPr>
          <a:xfrm>
            <a:off x="264945" y="2253729"/>
            <a:ext cx="7242600" cy="4167391"/>
          </a:xfrm>
        </p:spPr>
        <p:txBody>
          <a:bodyPr/>
          <a:lstStyle/>
          <a:p>
            <a:pPr indent="-349250">
              <a:lnSpc>
                <a:spcPct val="100000"/>
              </a:lnSpc>
              <a:spcBef>
                <a:spcPts val="1600"/>
              </a:spcBef>
              <a:buSzPts val="1900"/>
              <a:buFont typeface="Open Sans"/>
              <a:buChar char="●"/>
            </a:pPr>
            <a:r>
              <a:rPr lang="en-US" sz="1800" b="1" dirty="0">
                <a:latin typeface="Open Sans"/>
                <a:ea typeface="Open Sans"/>
                <a:cs typeface="Open Sans"/>
              </a:rPr>
              <a:t>Purpose of the new database:</a:t>
            </a:r>
          </a:p>
          <a:p>
            <a:pPr indent="0">
              <a:lnSpc>
                <a:spcPct val="100000"/>
              </a:lnSpc>
              <a:buClr>
                <a:schemeClr val="dk1"/>
              </a:buClr>
              <a:buSzPts val="1100"/>
              <a:buNone/>
            </a:pPr>
            <a:r>
              <a:rPr lang="en-US" sz="1400" dirty="0"/>
              <a:t>The purpose of the new database is to provide HR with a secure and reliable system to manage employee information as the company continues to grow. It is intended to replace the current shared spreadsheet, improve data integrity and security, and provide a live system where employee information can be updated and maintained more efficiently.</a:t>
            </a: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management solution:</a:t>
            </a:r>
          </a:p>
          <a:p>
            <a:pPr indent="0">
              <a:lnSpc>
                <a:spcPct val="100000"/>
              </a:lnSpc>
              <a:buClr>
                <a:schemeClr val="dk1"/>
              </a:buClr>
              <a:buSzPts val="1100"/>
              <a:buNone/>
            </a:pPr>
            <a:r>
              <a:rPr lang="en-US" sz="1400" dirty="0"/>
              <a:t>The current HR solution is based on a shared spreadsheet.</a:t>
            </a:r>
          </a:p>
          <a:p>
            <a:pPr indent="0">
              <a:lnSpc>
                <a:spcPct val="100000"/>
              </a:lnSpc>
              <a:buClr>
                <a:schemeClr val="dk1"/>
              </a:buClr>
              <a:buSzPts val="1100"/>
              <a:buNone/>
            </a:pPr>
            <a:r>
              <a:rPr lang="en-US" sz="1400" dirty="0"/>
              <a:t>- Employee data is stored in Excel.</a:t>
            </a:r>
          </a:p>
          <a:p>
            <a:pPr indent="0">
              <a:lnSpc>
                <a:spcPct val="100000"/>
              </a:lnSpc>
              <a:buClr>
                <a:schemeClr val="dk1"/>
              </a:buClr>
              <a:buSzPts val="1100"/>
              <a:buNone/>
            </a:pPr>
            <a:r>
              <a:rPr lang="en-US" sz="1400" dirty="0"/>
              <a:t>- The spreadsheet is manually maintained by HR.</a:t>
            </a:r>
          </a:p>
          <a:p>
            <a:pPr indent="0">
              <a:lnSpc>
                <a:spcPct val="100000"/>
              </a:lnSpc>
              <a:buClr>
                <a:schemeClr val="dk1"/>
              </a:buClr>
              <a:buSzPts val="1100"/>
              <a:buNone/>
            </a:pPr>
            <a:r>
              <a:rPr lang="en-US" sz="1400" dirty="0"/>
              <a:t>- The solution is becoming difficult to manage as the company grows.</a:t>
            </a:r>
          </a:p>
          <a:p>
            <a:pPr indent="0">
              <a:lnSpc>
                <a:spcPct val="100000"/>
              </a:lnSpc>
              <a:buClr>
                <a:schemeClr val="dk1"/>
              </a:buClr>
              <a:buSzPts val="1100"/>
              <a:buNone/>
            </a:pPr>
            <a:r>
              <a:rPr lang="en-US" sz="1400" dirty="0"/>
              <a:t>- There are concerns around data security and data integrity.</a:t>
            </a:r>
          </a:p>
          <a:p>
            <a:pPr marL="38100" indent="0">
              <a:buNone/>
            </a:pPr>
            <a:endParaRPr lang="en-US" sz="1400" dirty="0">
              <a:latin typeface="Open Sans "/>
            </a:endParaRP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available:</a:t>
            </a:r>
          </a:p>
          <a:p>
            <a:pPr indent="0">
              <a:lnSpc>
                <a:spcPct val="100000"/>
              </a:lnSpc>
              <a:buClr>
                <a:schemeClr val="dk1"/>
              </a:buClr>
              <a:buSzPts val="1100"/>
              <a:buNone/>
            </a:pPr>
            <a:r>
              <a:rPr lang="en-US" sz="1400" dirty="0"/>
              <a:t>The current spreadsheet contains employee information including:</a:t>
            </a:r>
          </a:p>
          <a:p>
            <a:pPr marL="38100" indent="0">
              <a:buNone/>
            </a:pPr>
            <a:endParaRPr lang="en-GB" sz="1400" dirty="0">
              <a:latin typeface="Open Sans "/>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E1C2B-213D-3408-1FCB-027AF66006F9}"/>
              </a:ext>
            </a:extLst>
          </p:cNvPr>
          <p:cNvSpPr>
            <a:spLocks noGrp="1"/>
          </p:cNvSpPr>
          <p:nvPr>
            <p:ph type="title"/>
          </p:nvPr>
        </p:nvSpPr>
        <p:spPr/>
        <p:txBody>
          <a:bodyPr/>
          <a:lstStyle/>
          <a:p>
            <a:r>
              <a:rPr lang="en" dirty="0"/>
              <a:t>Data Architect Business Requirement</a:t>
            </a:r>
            <a:endParaRPr lang="en-GB" dirty="0"/>
          </a:p>
        </p:txBody>
      </p:sp>
      <p:sp>
        <p:nvSpPr>
          <p:cNvPr id="3" name="Text Placeholder 2">
            <a:extLst>
              <a:ext uri="{FF2B5EF4-FFF2-40B4-BE49-F238E27FC236}">
                <a16:creationId xmlns:a16="http://schemas.microsoft.com/office/drawing/2014/main" id="{A2BB68B0-9E76-0DFB-F8C8-9B4F0B1EC2F7}"/>
              </a:ext>
            </a:extLst>
          </p:cNvPr>
          <p:cNvSpPr>
            <a:spLocks noGrp="1"/>
          </p:cNvSpPr>
          <p:nvPr>
            <p:ph type="body" idx="1"/>
          </p:nvPr>
        </p:nvSpPr>
        <p:spPr/>
        <p:txBody>
          <a:bodyPr/>
          <a:lstStyle/>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Additional data requests:</a:t>
            </a:r>
          </a:p>
          <a:p>
            <a:pPr lvl="0" indent="0">
              <a:lnSpc>
                <a:spcPct val="100000"/>
              </a:lnSpc>
              <a:buClr>
                <a:schemeClr val="dk1"/>
              </a:buClr>
              <a:buSzPts val="1100"/>
              <a:buNone/>
            </a:pPr>
            <a:r>
              <a:rPr lang="en-US" sz="1400" dirty="0"/>
              <a:t>The HR department would like the database to support future integration with the payroll system. Future integration may include:</a:t>
            </a:r>
          </a:p>
          <a:p>
            <a:pPr lvl="0" indent="0">
              <a:lnSpc>
                <a:spcPct val="100000"/>
              </a:lnSpc>
              <a:buClr>
                <a:schemeClr val="dk1"/>
              </a:buClr>
              <a:buSzPts val="1100"/>
              <a:buNone/>
            </a:pPr>
            <a:r>
              <a:rPr lang="en-US" sz="1400" dirty="0"/>
              <a:t>- Employee attendance information</a:t>
            </a:r>
          </a:p>
          <a:p>
            <a:pPr lvl="0" indent="0">
              <a:lnSpc>
                <a:spcPct val="100000"/>
              </a:lnSpc>
              <a:buClr>
                <a:schemeClr val="dk1"/>
              </a:buClr>
              <a:buSzPts val="1100"/>
              <a:buNone/>
            </a:pPr>
            <a:r>
              <a:rPr lang="en-US" sz="1400" dirty="0"/>
              <a:t>- Paid time off (PTO) information</a:t>
            </a:r>
          </a:p>
          <a:p>
            <a:pPr lvl="0" indent="0">
              <a:lnSpc>
                <a:spcPct val="100000"/>
              </a:lnSpc>
              <a:buClr>
                <a:schemeClr val="dk1"/>
              </a:buClr>
              <a:buSzPts val="1100"/>
              <a:buNone/>
            </a:pPr>
            <a:r>
              <a:rPr lang="en-US" sz="1400" dirty="0"/>
              <a:t>- Payroll-related employee data</a:t>
            </a:r>
          </a:p>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Who will own/manage data</a:t>
            </a:r>
          </a:p>
          <a:p>
            <a:pPr lvl="0" indent="0">
              <a:lnSpc>
                <a:spcPct val="100000"/>
              </a:lnSpc>
              <a:buNone/>
            </a:pPr>
            <a:r>
              <a:rPr lang="en-US" sz="1400" dirty="0"/>
              <a:t>The HR department will own and manage the employee data stored in the database. Responsibilities includes:</a:t>
            </a:r>
          </a:p>
          <a:p>
            <a:pPr lvl="0" indent="0">
              <a:lnSpc>
                <a:spcPct val="100000"/>
              </a:lnSpc>
              <a:buNone/>
            </a:pPr>
            <a:r>
              <a:rPr lang="en-US" sz="1400" dirty="0"/>
              <a:t>- Maintaining employee records</a:t>
            </a:r>
          </a:p>
          <a:p>
            <a:pPr lvl="0" indent="0">
              <a:lnSpc>
                <a:spcPct val="100000"/>
              </a:lnSpc>
              <a:buNone/>
            </a:pPr>
            <a:r>
              <a:rPr lang="en-US" sz="1400" dirty="0"/>
              <a:t>- Managing updates and corrections</a:t>
            </a:r>
          </a:p>
          <a:p>
            <a:pPr lvl="0" indent="0">
              <a:lnSpc>
                <a:spcPct val="100000"/>
              </a:lnSpc>
              <a:buNone/>
            </a:pPr>
            <a:r>
              <a:rPr lang="en-US" sz="1400" dirty="0"/>
              <a:t>- Controlling access to sensitive information</a:t>
            </a:r>
          </a:p>
          <a:p>
            <a:pPr lvl="0" indent="0">
              <a:lnSpc>
                <a:spcPct val="100000"/>
              </a:lnSpc>
              <a:buNone/>
            </a:pPr>
            <a:r>
              <a:rPr lang="en-US" sz="1400" dirty="0"/>
              <a:t>- Ensuring employee information remains accurate and up to date</a:t>
            </a:r>
          </a:p>
          <a:p>
            <a:pPr lvl="0" indent="0">
              <a:lnSpc>
                <a:spcPct val="100000"/>
              </a:lnSpc>
              <a:buNone/>
            </a:pPr>
            <a:endParaRPr lang="en-US" sz="1400" dirty="0"/>
          </a:p>
          <a:p>
            <a:pPr lvl="0" indent="-349250">
              <a:lnSpc>
                <a:spcPct val="100000"/>
              </a:lnSpc>
              <a:buSzPts val="1900"/>
              <a:buFont typeface="Open Sans"/>
              <a:buChar char="●"/>
            </a:pPr>
            <a:r>
              <a:rPr lang="en-US" sz="1800" b="1" dirty="0">
                <a:latin typeface="Open Sans"/>
                <a:ea typeface="Open Sans"/>
                <a:cs typeface="Open Sans"/>
                <a:sym typeface="Open Sans"/>
              </a:rPr>
              <a:t>Who will have access to database</a:t>
            </a:r>
          </a:p>
          <a:p>
            <a:pPr lvl="0" indent="0">
              <a:lnSpc>
                <a:spcPct val="100000"/>
              </a:lnSpc>
              <a:buClr>
                <a:schemeClr val="dk1"/>
              </a:buClr>
              <a:buSzPts val="1100"/>
              <a:buNone/>
            </a:pPr>
            <a:r>
              <a:rPr lang="en-US" sz="1400" dirty="0"/>
              <a:t>The database will be accessible to employees with a company domain login. Access restrictions will include:</a:t>
            </a:r>
          </a:p>
          <a:p>
            <a:pPr lvl="0" indent="0">
              <a:lnSpc>
                <a:spcPct val="100000"/>
              </a:lnSpc>
              <a:buClr>
                <a:schemeClr val="dk1"/>
              </a:buClr>
              <a:buSzPts val="1100"/>
              <a:buNone/>
            </a:pPr>
            <a:r>
              <a:rPr lang="en-US" sz="1400" dirty="0"/>
              <a:t>- General employees will have read-only access</a:t>
            </a:r>
          </a:p>
          <a:p>
            <a:pPr lvl="0" indent="0">
              <a:lnSpc>
                <a:spcPct val="100000"/>
              </a:lnSpc>
              <a:buClr>
                <a:schemeClr val="dk1"/>
              </a:buClr>
              <a:buSzPts val="1100"/>
              <a:buNone/>
            </a:pPr>
            <a:r>
              <a:rPr lang="en-US" sz="1400" dirty="0"/>
              <a:t>- HR and management employees will have write access</a:t>
            </a:r>
          </a:p>
          <a:p>
            <a:pPr lvl="0" indent="0">
              <a:lnSpc>
                <a:spcPct val="100000"/>
              </a:lnSpc>
              <a:buClr>
                <a:schemeClr val="dk1"/>
              </a:buClr>
              <a:buSzPts val="1100"/>
              <a:buNone/>
            </a:pPr>
            <a:r>
              <a:rPr lang="en-US" sz="1400" dirty="0"/>
              <a:t>- Salary information will be restricted to HR and management users only</a:t>
            </a:r>
          </a:p>
          <a:p>
            <a:endParaRPr lang="en-GB" sz="1800" dirty="0"/>
          </a:p>
        </p:txBody>
      </p:sp>
    </p:spTree>
    <p:extLst>
      <p:ext uri="{BB962C8B-B14F-4D97-AF65-F5344CB8AC3E}">
        <p14:creationId xmlns:p14="http://schemas.microsoft.com/office/powerpoint/2010/main" val="2187238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Business Requirement</a:t>
            </a:r>
            <a:endParaRPr/>
          </a:p>
        </p:txBody>
      </p:sp>
      <p:sp>
        <p:nvSpPr>
          <p:cNvPr id="219" name="Google Shape;219;p57"/>
          <p:cNvSpPr txBox="1">
            <a:spLocks noGrp="1"/>
          </p:cNvSpPr>
          <p:nvPr>
            <p:ph type="body" idx="1"/>
          </p:nvPr>
        </p:nvSpPr>
        <p:spPr>
          <a:xfrm>
            <a:off x="264950" y="2253724"/>
            <a:ext cx="7242600" cy="511227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p>
          <a:p>
            <a:pPr lvl="0" indent="0">
              <a:buClr>
                <a:schemeClr val="dk1"/>
              </a:buClr>
              <a:buSzPts val="1100"/>
              <a:buNone/>
            </a:pPr>
            <a:r>
              <a:rPr lang="en-US" sz="1400" dirty="0"/>
              <a:t>The current database is expected to contain approximately:</a:t>
            </a:r>
          </a:p>
          <a:p>
            <a:pPr lvl="0" indent="0">
              <a:buClr>
                <a:schemeClr val="dk1"/>
              </a:buClr>
              <a:buSzPts val="1100"/>
              <a:buNone/>
            </a:pPr>
            <a:r>
              <a:rPr lang="en-US" sz="1400" dirty="0"/>
              <a:t>- 205 employee records (rows)</a:t>
            </a:r>
          </a:p>
          <a:p>
            <a:pPr lvl="0" indent="0">
              <a:buClr>
                <a:schemeClr val="dk1"/>
              </a:buClr>
              <a:buSzPts val="1100"/>
              <a:buNone/>
            </a:pPr>
            <a:r>
              <a:rPr lang="en-US" sz="1400" dirty="0"/>
              <a:t>- 15 data fields (columns)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lang="en-US" sz="2000" dirty="0"/>
          </a:p>
          <a:p>
            <a:pPr lvl="0" indent="0">
              <a:buClr>
                <a:schemeClr val="dk1"/>
              </a:buClr>
              <a:buSzPts val="1100"/>
              <a:buNone/>
            </a:pPr>
            <a:r>
              <a:rPr lang="en-US" sz="1400" dirty="0"/>
              <a:t>The business is projecting approximately:</a:t>
            </a:r>
          </a:p>
          <a:p>
            <a:pPr lvl="0" indent="0">
              <a:buClr>
                <a:schemeClr val="dk1"/>
              </a:buClr>
              <a:buSzPts val="1100"/>
              <a:buNone/>
            </a:pPr>
            <a:r>
              <a:rPr lang="en-US" sz="1400" dirty="0"/>
              <a:t>- 20% annual growth in employee data</a:t>
            </a:r>
          </a:p>
          <a:p>
            <a:pPr lvl="0" indent="0">
              <a:buClr>
                <a:schemeClr val="dk1"/>
              </a:buClr>
              <a:buSzPts val="1100"/>
              <a:buNone/>
            </a:pPr>
            <a:r>
              <a:rPr lang="en-US" sz="1400" dirty="0"/>
              <a:t>- Continued expansion across multiple office locations over the next 5 years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lvl="0" indent="0">
              <a:buClr>
                <a:schemeClr val="dk1"/>
              </a:buClr>
              <a:buSzPts val="1100"/>
              <a:buNone/>
            </a:pPr>
            <a:r>
              <a:rPr lang="en-US" sz="1400" dirty="0"/>
              <a:t>The following information should be treated as sensitive and restricted:</a:t>
            </a:r>
          </a:p>
          <a:p>
            <a:pPr lvl="0" indent="0">
              <a:buClr>
                <a:schemeClr val="dk1"/>
              </a:buClr>
              <a:buSzPts val="1100"/>
              <a:buNone/>
            </a:pPr>
            <a:r>
              <a:rPr lang="en-US" sz="1400" dirty="0"/>
              <a:t>- Employee salary information</a:t>
            </a:r>
          </a:p>
          <a:p>
            <a:pPr lvl="0" indent="0">
              <a:buClr>
                <a:schemeClr val="dk1"/>
              </a:buClr>
              <a:buSzPts val="1100"/>
              <a:buNone/>
            </a:pPr>
            <a:r>
              <a:rPr lang="en-US" sz="1400" dirty="0"/>
              <a:t>- Employee personal information</a:t>
            </a:r>
          </a:p>
          <a:p>
            <a:pPr lvl="0" indent="0">
              <a:buClr>
                <a:schemeClr val="dk1"/>
              </a:buClr>
              <a:buSzPts val="1100"/>
              <a:buNone/>
            </a:pPr>
            <a:r>
              <a:rPr lang="en-US" sz="1400" dirty="0"/>
              <a:t>- HR management and reporting structure information</a:t>
            </a: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Technical Requirement</a:t>
            </a:r>
            <a:endParaRPr/>
          </a:p>
        </p:txBody>
      </p:sp>
      <p:sp>
        <p:nvSpPr>
          <p:cNvPr id="225" name="Google Shape;225;p5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lang="en-US" sz="1800" dirty="0"/>
          </a:p>
          <a:p>
            <a:pPr lvl="0" indent="0">
              <a:buClr>
                <a:schemeClr val="dk1"/>
              </a:buClr>
              <a:buSzPts val="1100"/>
              <a:buNone/>
            </a:pPr>
            <a:r>
              <a:rPr lang="en-US" sz="1400" dirty="0"/>
              <a:t>The new database is required to:</a:t>
            </a:r>
          </a:p>
          <a:p>
            <a:pPr lvl="0" indent="0">
              <a:buClr>
                <a:schemeClr val="dk1"/>
              </a:buClr>
              <a:buSzPts val="1100"/>
              <a:buNone/>
            </a:pPr>
            <a:r>
              <a:rPr lang="en-US" sz="1400" dirty="0"/>
              <a:t>- Improve data security and restrict access to sensitive salary information</a:t>
            </a:r>
          </a:p>
          <a:p>
            <a:pPr lvl="0" indent="0">
              <a:buClr>
                <a:schemeClr val="dk1"/>
              </a:buClr>
              <a:buSzPts val="1100"/>
              <a:buNone/>
            </a:pPr>
            <a:r>
              <a:rPr lang="en-US" sz="1400" dirty="0"/>
              <a:t>- Improve data integrity and reduce risks caused by manual spreadsheet updates</a:t>
            </a:r>
          </a:p>
          <a:p>
            <a:pPr lvl="0" indent="0">
              <a:buClr>
                <a:schemeClr val="dk1"/>
              </a:buClr>
              <a:buSzPts val="1100"/>
              <a:buNone/>
            </a:pPr>
            <a:r>
              <a:rPr lang="en-US" sz="1400" dirty="0"/>
              <a:t>- Support future business growth and increasing employee records</a:t>
            </a:r>
          </a:p>
          <a:p>
            <a:pPr lvl="0" indent="0">
              <a:buClr>
                <a:schemeClr val="dk1"/>
              </a:buClr>
              <a:buSzPts val="1100"/>
              <a:buNone/>
            </a:pPr>
            <a:r>
              <a:rPr lang="en-US" sz="1400" dirty="0"/>
              <a:t>- Provide a centralized system for managing employee information</a:t>
            </a: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lvl="0" indent="0">
              <a:buNone/>
            </a:pPr>
            <a:r>
              <a:rPr lang="en-US" sz="1400" dirty="0"/>
              <a:t>The database will include the following objects:</a:t>
            </a:r>
          </a:p>
          <a:p>
            <a:pPr lvl="0" indent="0">
              <a:buNone/>
            </a:pPr>
            <a:r>
              <a:rPr lang="en-US" sz="1400" dirty="0"/>
              <a:t>- Employee table</a:t>
            </a:r>
          </a:p>
          <a:p>
            <a:pPr lvl="0" indent="0">
              <a:buNone/>
            </a:pPr>
            <a:r>
              <a:rPr lang="en-US" sz="1400" dirty="0"/>
              <a:t>- Department table</a:t>
            </a:r>
          </a:p>
          <a:p>
            <a:pPr lvl="0" indent="0">
              <a:buNone/>
            </a:pPr>
            <a:r>
              <a:rPr lang="en-US" sz="1400" dirty="0"/>
              <a:t>- Job title table</a:t>
            </a:r>
          </a:p>
          <a:p>
            <a:pPr lvl="0" indent="0">
              <a:buNone/>
            </a:pPr>
            <a:r>
              <a:rPr lang="en-US" sz="1400" dirty="0"/>
              <a:t>- Location table</a:t>
            </a:r>
          </a:p>
          <a:p>
            <a:pPr lvl="0" indent="0">
              <a:buNone/>
            </a:pPr>
            <a:r>
              <a:rPr lang="en-US" sz="1400" dirty="0"/>
              <a:t>- Education level table</a:t>
            </a:r>
          </a:p>
          <a:p>
            <a:pPr lvl="0" indent="0">
              <a:buNone/>
            </a:pPr>
            <a:r>
              <a:rPr lang="en-US" sz="1400" dirty="0"/>
              <a:t>- Employee job history table</a:t>
            </a:r>
          </a:p>
          <a:p>
            <a:pPr lvl="0" indent="0">
              <a:buNone/>
            </a:pPr>
            <a:r>
              <a:rPr lang="en-US" sz="1400" dirty="0"/>
              <a:t>- Employee salary table</a:t>
            </a:r>
          </a:p>
          <a:p>
            <a:pPr lvl="0" indent="0">
              <a:buNone/>
            </a:pPr>
            <a:r>
              <a:rPr lang="en-US" sz="1400" dirty="0"/>
              <a:t>- Views to support controlled access to employee data</a:t>
            </a:r>
            <a:endParaRPr sz="14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 ingestion</a:t>
            </a:r>
            <a:endParaRPr sz="1900" b="1" dirty="0">
              <a:latin typeface="Open Sans"/>
              <a:ea typeface="Open Sans"/>
              <a:cs typeface="Open Sans"/>
              <a:sym typeface="Open Sans"/>
            </a:endParaRPr>
          </a:p>
          <a:p>
            <a:pPr indent="0">
              <a:buNone/>
            </a:pPr>
            <a:r>
              <a:rPr lang="en-US" sz="1400" dirty="0"/>
              <a:t>The proposed data ingestion method is “</a:t>
            </a:r>
            <a:r>
              <a:rPr lang="en-US" sz="1400" b="1" dirty="0"/>
              <a:t>ETL (Extract, Transform, Load)</a:t>
            </a:r>
            <a:r>
              <a:rPr lang="en-US" sz="1400" dirty="0"/>
              <a:t>”. This approach is suitable because the current employee data is stored in Excel spreadsheets and will need to be cleaned and loaded into the new database.</a:t>
            </a: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indent="0">
              <a:lnSpc>
                <a:spcPct val="100000"/>
              </a:lnSpc>
              <a:spcBef>
                <a:spcPts val="1600"/>
              </a:spcBef>
              <a:buNone/>
            </a:pPr>
            <a:r>
              <a:rPr lang="en" sz="1400" b="1" dirty="0">
                <a:latin typeface="Open Sans"/>
                <a:ea typeface="Open Sans"/>
                <a:cs typeface="Open Sans"/>
                <a:sym typeface="Open Sans"/>
              </a:rPr>
              <a:t>Ownership: </a:t>
            </a:r>
            <a:r>
              <a:rPr lang="en-GB" sz="1400" dirty="0"/>
              <a:t>HR will own and maintain the employee data. IT will manage database security, backups, and access control.</a:t>
            </a:r>
            <a:endParaRPr sz="1400" dirty="0"/>
          </a:p>
          <a:p>
            <a:pPr indent="0">
              <a:lnSpc>
                <a:spcPct val="100000"/>
              </a:lnSpc>
              <a:spcBef>
                <a:spcPts val="1600"/>
              </a:spcBef>
              <a:buNone/>
            </a:pPr>
            <a:r>
              <a:rPr lang="en" sz="1400" b="1" dirty="0">
                <a:latin typeface="Open Sans"/>
                <a:ea typeface="Open Sans"/>
                <a:cs typeface="Open Sans"/>
                <a:sym typeface="Open Sans"/>
              </a:rPr>
              <a:t>User Access: </a:t>
            </a:r>
            <a:r>
              <a:rPr lang="en-GB" sz="1400" dirty="0"/>
              <a:t>General employees will have read-only access. HR and management users will have read and write access. Salary information will only be accessible to HR and management users.</a:t>
            </a:r>
          </a:p>
          <a:p>
            <a:pPr marL="457200" lvl="0" indent="-349250" algn="l" rtl="0">
              <a:spcBef>
                <a:spcPts val="0"/>
              </a:spcBef>
              <a:spcAft>
                <a:spcPts val="0"/>
              </a:spcAft>
              <a:buSzPts val="1900"/>
              <a:buFont typeface="Open Sans"/>
              <a:buChar char="●"/>
            </a:pPr>
            <a:endParaRPr lang="en" sz="1900" b="1" dirty="0">
              <a:latin typeface="Open Sans"/>
              <a:ea typeface="Open Sans"/>
              <a:cs typeface="Open Sans"/>
              <a:sym typeface="Open Sans"/>
            </a:endParaRPr>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Scalability</a:t>
            </a:r>
          </a:p>
          <a:p>
            <a:pPr lvl="0" indent="0">
              <a:buNone/>
            </a:pPr>
            <a:r>
              <a:rPr lang="en-GB" sz="1400" dirty="0"/>
              <a:t>Replication or sharding is not required at this stage. The database size is small, and expected growth can be handled by a standard relational database design.</a:t>
            </a:r>
          </a:p>
          <a:p>
            <a:pPr marL="107950" indent="0">
              <a:buSzPts val="1900"/>
              <a:buNone/>
            </a:pPr>
            <a:endParaRPr lang="en-GB" sz="1700" b="1" dirty="0">
              <a:latin typeface="Open Sans"/>
              <a:ea typeface="Open Sans"/>
              <a:cs typeface="Open Sans"/>
              <a:sym typeface="Open Sans"/>
            </a:endParaRPr>
          </a:p>
          <a:p>
            <a:pPr indent="-349250">
              <a:buSzPts val="1900"/>
              <a:buFont typeface="Open Sans"/>
              <a:buChar char="●"/>
            </a:pPr>
            <a:r>
              <a:rPr lang="en" sz="1900" b="1" dirty="0">
                <a:latin typeface="Open Sans"/>
                <a:ea typeface="Open Sans"/>
                <a:cs typeface="Open Sans"/>
                <a:sym typeface="Open Sans"/>
              </a:rPr>
              <a:t>Flexibility</a:t>
            </a:r>
            <a:endParaRPr sz="1900" b="1" dirty="0">
              <a:latin typeface="Open Sans"/>
              <a:ea typeface="Open Sans"/>
              <a:cs typeface="Open Sans"/>
            </a:endParaRPr>
          </a:p>
          <a:p>
            <a:pPr lvl="0" indent="0">
              <a:buNone/>
            </a:pPr>
            <a:r>
              <a:rPr lang="en-GB" sz="1400" dirty="0"/>
              <a:t>The database will use unique employee IDs to support future system integration. Data will be stored in normalized tables to support future payroll integration.</a:t>
            </a:r>
          </a:p>
          <a:p>
            <a:pPr lvl="0" indent="0">
              <a:spcBef>
                <a:spcPts val="1600"/>
              </a:spcBef>
              <a:buNone/>
            </a:pPr>
            <a:r>
              <a:rPr lang="en" sz="1900" b="1" dirty="0">
                <a:latin typeface="Open Sans"/>
                <a:ea typeface="Open Sans"/>
                <a:cs typeface="Open Sans"/>
                <a:sym typeface="Open Sans"/>
              </a:rPr>
              <a:t>Storage &amp; retention</a:t>
            </a:r>
            <a:endParaRPr sz="1900" b="1" dirty="0">
              <a:latin typeface="Open Sans"/>
              <a:ea typeface="Open Sans"/>
              <a:cs typeface="Open Sans"/>
              <a:sym typeface="Open Sans"/>
            </a:endParaRPr>
          </a:p>
          <a:p>
            <a:pPr lvl="0" indent="0">
              <a:lnSpc>
                <a:spcPct val="100000"/>
              </a:lnSpc>
              <a:spcBef>
                <a:spcPts val="1600"/>
              </a:spcBef>
              <a:buNone/>
            </a:pPr>
            <a:r>
              <a:rPr lang="en" sz="1400" b="1" dirty="0">
                <a:latin typeface="Open Sans"/>
                <a:ea typeface="Open Sans"/>
                <a:cs typeface="Open Sans"/>
                <a:sym typeface="Open Sans"/>
              </a:rPr>
              <a:t>Storage (disk or in-memory): </a:t>
            </a:r>
            <a:r>
              <a:rPr lang="en-GB" sz="1400" dirty="0"/>
              <a:t>Disk-based storage will be used for the database.</a:t>
            </a:r>
            <a:endParaRPr sz="1400" dirty="0"/>
          </a:p>
          <a:p>
            <a:pPr marL="457200" lvl="0" indent="0" algn="l" rtl="0">
              <a:lnSpc>
                <a:spcPct val="100000"/>
              </a:lnSpc>
              <a:spcBef>
                <a:spcPts val="0"/>
              </a:spcBef>
              <a:spcAft>
                <a:spcPts val="0"/>
              </a:spcAft>
              <a:buNone/>
            </a:pPr>
            <a:endParaRPr sz="1400" dirty="0"/>
          </a:p>
          <a:p>
            <a:pPr lvl="0" indent="0">
              <a:lnSpc>
                <a:spcPct val="100000"/>
              </a:lnSpc>
              <a:buNone/>
            </a:pPr>
            <a:r>
              <a:rPr lang="en" sz="1400" b="1" dirty="0">
                <a:latin typeface="Open Sans"/>
                <a:ea typeface="Open Sans"/>
                <a:cs typeface="Open Sans"/>
                <a:sym typeface="Open Sans"/>
              </a:rPr>
              <a:t>Retention: </a:t>
            </a:r>
            <a:r>
              <a:rPr lang="en-GB" sz="1400" dirty="0"/>
              <a:t>Employee data must be retained for a minimum of 7 years.</a:t>
            </a:r>
            <a:endParaRPr sz="1400" dirty="0"/>
          </a:p>
          <a:p>
            <a:pPr marL="457200" lvl="0" indent="0" algn="l" rtl="0">
              <a:lnSpc>
                <a:spcPct val="100000"/>
              </a:lnSpc>
              <a:spcBef>
                <a:spcPts val="0"/>
              </a:spcBef>
              <a:spcAft>
                <a:spcPts val="0"/>
              </a:spcAft>
              <a:buNone/>
            </a:pPr>
            <a:endParaRPr sz="1700" dirty="0"/>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Backup</a:t>
            </a:r>
            <a:endParaRPr sz="1900" b="1" dirty="0">
              <a:latin typeface="Open Sans"/>
              <a:ea typeface="Open Sans"/>
              <a:cs typeface="Open Sans"/>
              <a:sym typeface="Open Sans"/>
            </a:endParaRPr>
          </a:p>
          <a:p>
            <a:pPr lvl="0" indent="0">
              <a:buNone/>
            </a:pPr>
            <a:r>
              <a:rPr lang="en-GB" sz="1400" dirty="0"/>
              <a:t>- Weekly full and Daily incremental backups will be performed.</a:t>
            </a:r>
          </a:p>
          <a:p>
            <a:pPr lvl="0" indent="0">
              <a:buNone/>
            </a:pPr>
            <a:r>
              <a:rPr lang="en-GB" sz="1400" dirty="0"/>
              <a:t>- Backups are required because the database contains business critical HR data</a:t>
            </a:r>
            <a:endParaRPr sz="1400" dirty="0"/>
          </a:p>
          <a:p>
            <a:pPr marL="0" lvl="0" indent="0" algn="l" rtl="0">
              <a:lnSpc>
                <a:spcPct val="100000"/>
              </a:lnSpc>
              <a:spcBef>
                <a:spcPts val="0"/>
              </a:spcBef>
              <a:spcAft>
                <a:spcPts val="0"/>
              </a:spcAft>
              <a:buClr>
                <a:schemeClr val="dk1"/>
              </a:buClr>
              <a:buSzPts val="1100"/>
              <a:buFont typeface="Arial"/>
              <a:buNone/>
            </a:pPr>
            <a:endParaRPr sz="1700" dirty="0"/>
          </a:p>
        </p:txBody>
      </p:sp>
    </p:spTree>
  </p:cSld>
  <p:clrMapOvr>
    <a:overrideClrMapping bg1="lt1" tx1="dk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3" name="Picture 2">
            <a:extLst>
              <a:ext uri="{FF2B5EF4-FFF2-40B4-BE49-F238E27FC236}">
                <a16:creationId xmlns:a16="http://schemas.microsoft.com/office/drawing/2014/main" id="{0FA426DF-3EB2-5B29-14C6-AD8D9874DE10}"/>
              </a:ext>
            </a:extLst>
          </p:cNvPr>
          <p:cNvPicPr>
            <a:picLocks noChangeAspect="1"/>
          </p:cNvPicPr>
          <p:nvPr/>
        </p:nvPicPr>
        <p:blipFill>
          <a:blip r:embed="rId3"/>
          <a:stretch>
            <a:fillRect/>
          </a:stretch>
        </p:blipFill>
        <p:spPr>
          <a:xfrm>
            <a:off x="264850" y="5313680"/>
            <a:ext cx="6969070" cy="331216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850" y="181684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C331EB5E-11D8-4A6D-0411-2A0C93A01961}"/>
              </a:ext>
            </a:extLst>
          </p:cNvPr>
          <p:cNvPicPr>
            <a:picLocks noChangeAspect="1"/>
          </p:cNvPicPr>
          <p:nvPr/>
        </p:nvPicPr>
        <p:blipFill>
          <a:blip r:embed="rId3"/>
          <a:stretch>
            <a:fillRect/>
          </a:stretch>
        </p:blipFill>
        <p:spPr>
          <a:xfrm>
            <a:off x="345440" y="4798257"/>
            <a:ext cx="7162010" cy="5087423"/>
          </a:xfrm>
          <a:prstGeom prst="rect">
            <a:avLst/>
          </a:prstGeom>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00" y="1766654"/>
            <a:ext cx="7242600" cy="326254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Physical</a:t>
            </a:r>
            <a:endParaRPr sz="1900" b="1" dirty="0">
              <a:latin typeface="Open Sans"/>
              <a:ea typeface="Open Sans"/>
              <a:cs typeface="Open Sans"/>
              <a:sym typeface="Open Sans"/>
            </a:endParaRPr>
          </a:p>
          <a:p>
            <a:pPr marL="45720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1600"/>
              </a:spcAft>
              <a:buNone/>
            </a:pPr>
            <a:endParaRPr sz="1500" dirty="0">
              <a:solidFill>
                <a:srgbClr val="525C65"/>
              </a:solidFill>
              <a:highlight>
                <a:srgbClr val="FFFFFF"/>
              </a:highlight>
              <a:latin typeface="Open Sans"/>
              <a:ea typeface="Open Sans"/>
              <a:cs typeface="Open Sans"/>
              <a:sym typeface="Open Sans"/>
            </a:endParaRPr>
          </a:p>
        </p:txBody>
      </p:sp>
      <p:pic>
        <p:nvPicPr>
          <p:cNvPr id="3" name="Picture 2">
            <a:extLst>
              <a:ext uri="{FF2B5EF4-FFF2-40B4-BE49-F238E27FC236}">
                <a16:creationId xmlns:a16="http://schemas.microsoft.com/office/drawing/2014/main" id="{4FDF5F04-A16A-8719-A692-B9C7214704D4}"/>
              </a:ext>
            </a:extLst>
          </p:cNvPr>
          <p:cNvPicPr>
            <a:picLocks noChangeAspect="1"/>
          </p:cNvPicPr>
          <p:nvPr/>
        </p:nvPicPr>
        <p:blipFill>
          <a:blip r:embed="rId3"/>
          <a:stretch>
            <a:fillRect/>
          </a:stretch>
        </p:blipFill>
        <p:spPr>
          <a:xfrm>
            <a:off x="264900" y="5029200"/>
            <a:ext cx="7242600" cy="4439920"/>
          </a:xfrm>
          <a:prstGeom prst="rect">
            <a:avLst/>
          </a:prstGeom>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3: Create A Physical Database</a:t>
            </a:r>
            <a:endParaRPr/>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You will:</a:t>
            </a:r>
            <a:endParaRPr sz="1550" b="1">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Create the database using SQL DDL commands</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Load the data into your database, utilizing flat file ETL</a:t>
            </a:r>
            <a:endParaRPr sz="155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Submission</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a:solidFill>
                  <a:srgbClr val="525C65"/>
                </a:solidFill>
                <a:highlight>
                  <a:srgbClr val="FFFFFF"/>
                </a:highlight>
                <a:latin typeface="Open Sans"/>
                <a:ea typeface="Open Sans"/>
                <a:cs typeface="Open Sans"/>
                <a:sym typeface="Open Sans"/>
              </a:rPr>
              <a:t>Hints</a:t>
            </a:r>
            <a:endParaRPr sz="1550" b="1">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a:solidFill>
                  <a:srgbClr val="525C65"/>
                </a:solidFill>
                <a:highlight>
                  <a:srgbClr val="FFFFFF"/>
                </a:highlight>
                <a:latin typeface="Open Sans"/>
                <a:ea typeface="Open Sans"/>
                <a:cs typeface="Open Sans"/>
                <a:sym typeface="Open Sans"/>
              </a:rPr>
              <a:t>After running CRUD commands like update, insert, or delete, run a </a:t>
            </a:r>
            <a:r>
              <a:rPr lang="en" sz="1550">
                <a:solidFill>
                  <a:srgbClr val="525C65"/>
                </a:solidFill>
                <a:highlight>
                  <a:srgbClr val="FFFFFF"/>
                </a:highlight>
                <a:latin typeface="Source Code Pro"/>
                <a:ea typeface="Source Code Pro"/>
                <a:cs typeface="Source Code Pro"/>
                <a:sym typeface="Source Code Pro"/>
              </a:rPr>
              <a:t>SELECT*</a:t>
            </a:r>
            <a:r>
              <a:rPr lang="en" sz="155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a:solidFill>
                <a:srgbClr val="525C6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DDL</a:t>
            </a:r>
            <a:endParaRPr/>
          </a:p>
        </p:txBody>
      </p:sp>
      <p:sp>
        <p:nvSpPr>
          <p:cNvPr id="282" name="Google Shape;282;p67"/>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76232950-6D82-5068-3105-506D04C9CEFB}"/>
              </a:ext>
            </a:extLst>
          </p:cNvPr>
          <p:cNvPicPr>
            <a:picLocks noChangeAspect="1"/>
          </p:cNvPicPr>
          <p:nvPr/>
        </p:nvPicPr>
        <p:blipFill>
          <a:blip r:embed="rId3"/>
          <a:stretch>
            <a:fillRect/>
          </a:stretch>
        </p:blipFill>
        <p:spPr>
          <a:xfrm>
            <a:off x="385900" y="3146975"/>
            <a:ext cx="3175060" cy="1648910"/>
          </a:xfrm>
          <a:prstGeom prst="rect">
            <a:avLst/>
          </a:prstGeom>
        </p:spPr>
      </p:pic>
      <p:pic>
        <p:nvPicPr>
          <p:cNvPr id="5" name="Picture 4">
            <a:extLst>
              <a:ext uri="{FF2B5EF4-FFF2-40B4-BE49-F238E27FC236}">
                <a16:creationId xmlns:a16="http://schemas.microsoft.com/office/drawing/2014/main" id="{28FE4F40-9295-B4A4-C7A6-585514873CBB}"/>
              </a:ext>
            </a:extLst>
          </p:cNvPr>
          <p:cNvPicPr>
            <a:picLocks noChangeAspect="1"/>
          </p:cNvPicPr>
          <p:nvPr/>
        </p:nvPicPr>
        <p:blipFill>
          <a:blip r:embed="rId4"/>
          <a:stretch>
            <a:fillRect/>
          </a:stretch>
        </p:blipFill>
        <p:spPr>
          <a:xfrm>
            <a:off x="385899" y="4795885"/>
            <a:ext cx="3175060" cy="4778190"/>
          </a:xfrm>
          <a:prstGeom prst="rect">
            <a:avLst/>
          </a:prstGeom>
        </p:spPr>
      </p:pic>
      <p:pic>
        <p:nvPicPr>
          <p:cNvPr id="7" name="Picture 6">
            <a:extLst>
              <a:ext uri="{FF2B5EF4-FFF2-40B4-BE49-F238E27FC236}">
                <a16:creationId xmlns:a16="http://schemas.microsoft.com/office/drawing/2014/main" id="{900B74AF-50A8-EDCD-6B4E-3FA9662EE864}"/>
              </a:ext>
            </a:extLst>
          </p:cNvPr>
          <p:cNvPicPr>
            <a:picLocks noChangeAspect="1"/>
          </p:cNvPicPr>
          <p:nvPr/>
        </p:nvPicPr>
        <p:blipFill>
          <a:blip r:embed="rId5"/>
          <a:stretch>
            <a:fillRect/>
          </a:stretch>
        </p:blipFill>
        <p:spPr>
          <a:xfrm>
            <a:off x="4211441" y="3146975"/>
            <a:ext cx="3296110" cy="56586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89" name="Google Shape;289;p68"/>
          <p:cNvSpPr txBox="1">
            <a:spLocks noGrp="1"/>
          </p:cNvSpPr>
          <p:nvPr>
            <p:ph type="body" idx="1"/>
          </p:nvPr>
        </p:nvSpPr>
        <p:spPr>
          <a:xfrm>
            <a:off x="264950" y="21568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1: Return a list of employees with Job Titles and Department Names</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0" name="Google Shape;290;p68"/>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2: Insert Web Programmer as a new job title</a:t>
            </a: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297" name="Google Shape;297;p69"/>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3: Correct the job title from web programmer to web developer</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04" name="Google Shape;304;p70"/>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4: Delete the job title Web Developer from the database</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endParaRPr sz="120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1" name="Google Shape;311;p71"/>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5: How many employees are in each department?</a:t>
            </a: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18" name="Google Shape;318;p72"/>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a:p>
          <a:p>
            <a:pPr marL="457200" lvl="0" indent="-349250" algn="l" rtl="0">
              <a:spcBef>
                <a:spcPts val="1600"/>
              </a:spcBef>
              <a:spcAft>
                <a:spcPts val="0"/>
              </a:spcAft>
              <a:buSzPts val="1900"/>
              <a:buFont typeface="Open Sans"/>
              <a:buChar char="●"/>
            </a:pPr>
            <a:r>
              <a:rPr lang="en" sz="1900" b="1">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a:latin typeface="Open Sans"/>
              <a:ea typeface="Open Sans"/>
              <a:cs typeface="Open Sans"/>
              <a:sym typeface="Open Sans"/>
            </a:endParaRPr>
          </a:p>
          <a:p>
            <a:pPr marL="0" lvl="0" indent="0" algn="l" rtl="0">
              <a:lnSpc>
                <a:spcPct val="170000"/>
              </a:lnSpc>
              <a:spcBef>
                <a:spcPts val="1600"/>
              </a:spcBef>
              <a:spcAft>
                <a:spcPts val="0"/>
              </a:spcAft>
              <a:buNone/>
            </a:pPr>
            <a:r>
              <a:rPr lang="en" sz="1200">
                <a:solidFill>
                  <a:srgbClr val="525C65"/>
                </a:solidFill>
                <a:highlight>
                  <a:schemeClr val="lt1"/>
                </a:highlight>
                <a:latin typeface="Open Sans"/>
                <a:ea typeface="Open Sans"/>
                <a:cs typeface="Open Sans"/>
                <a:sym typeface="Open Sans"/>
              </a:rPr>
              <a:t>          </a:t>
            </a:r>
            <a:r>
              <a:rPr lang="en" sz="1200">
                <a:solidFill>
                  <a:srgbClr val="FF0000"/>
                </a:solidFill>
                <a:highlight>
                  <a:schemeClr val="lt1"/>
                </a:highlight>
                <a:latin typeface="Open Sans"/>
                <a:ea typeface="Open Sans"/>
                <a:cs typeface="Open Sans"/>
                <a:sym typeface="Open Sans"/>
              </a:rPr>
              <a:t>** Replace example screenshot below with your response, and include the query in a SQL file</a:t>
            </a:r>
            <a:endParaRPr sz="1900" b="1">
              <a:latin typeface="Open Sans"/>
              <a:ea typeface="Open Sans"/>
              <a:cs typeface="Open Sans"/>
              <a:sym typeface="Open Sans"/>
            </a:endParaRPr>
          </a:p>
          <a:p>
            <a:pPr marL="0" lvl="0" indent="0" algn="l" rtl="0">
              <a:spcBef>
                <a:spcPts val="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pic>
        <p:nvPicPr>
          <p:cNvPr id="325" name="Google Shape;325;p73"/>
          <p:cNvPicPr preferRelativeResize="0"/>
          <p:nvPr/>
        </p:nvPicPr>
        <p:blipFill>
          <a:blip r:embed="rId3">
            <a:alphaModFix/>
          </a:blip>
          <a:stretch>
            <a:fillRect/>
          </a:stretch>
        </p:blipFill>
        <p:spPr>
          <a:xfrm>
            <a:off x="1088175" y="4781750"/>
            <a:ext cx="5036025" cy="3241700"/>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31" name="Google Shape;331;p74"/>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a:latin typeface="Open Sans"/>
                <a:ea typeface="Open Sans"/>
                <a:cs typeface="Open Sans"/>
                <a:sym typeface="Open Sans"/>
              </a:rPr>
              <a:t>Question 7: Describe how you would apply table security to restrict access to employee salaries using an SQL server.</a:t>
            </a:r>
            <a:endParaRPr sz="1900" b="1">
              <a:latin typeface="Open Sans"/>
              <a:ea typeface="Open Sans"/>
              <a:cs typeface="Open Sans"/>
              <a:sym typeface="Open Sans"/>
            </a:endParaRPr>
          </a:p>
          <a:p>
            <a:pPr marL="0" lvl="0" indent="0" algn="l" rtl="0">
              <a:spcBef>
                <a:spcPts val="1600"/>
              </a:spcBef>
              <a:spcAft>
                <a:spcPts val="0"/>
              </a:spcAft>
              <a:buNone/>
            </a:pPr>
            <a:r>
              <a:rPr lang="en" sz="1900" b="1">
                <a:solidFill>
                  <a:srgbClr val="FF0000"/>
                </a:solidFill>
                <a:latin typeface="Open Sans"/>
                <a:ea typeface="Open Sans"/>
                <a:cs typeface="Open Sans"/>
                <a:sym typeface="Open Sans"/>
              </a:rPr>
              <a:t>** answer in a short paragraph, how you would apply table security to restrict access to employee salaries</a:t>
            </a:r>
            <a:endParaRPr sz="1900" b="1">
              <a:solidFill>
                <a:srgbClr val="FF0000"/>
              </a:solidFill>
              <a:latin typeface="Open Sans"/>
              <a:ea typeface="Open Sans"/>
              <a:cs typeface="Open Sans"/>
              <a:sym typeface="Open Sans"/>
            </a:endParaRPr>
          </a:p>
          <a:p>
            <a:pPr marL="457200" lvl="0" indent="0" algn="l" rtl="0">
              <a:spcBef>
                <a:spcPts val="1600"/>
              </a:spcBef>
              <a:spcAft>
                <a:spcPts val="0"/>
              </a:spcAft>
              <a:buNone/>
            </a:pPr>
            <a:endParaRPr sz="1900" b="1">
              <a:latin typeface="Open Sans"/>
              <a:ea typeface="Open Sans"/>
              <a:cs typeface="Open Sans"/>
              <a:sym typeface="Open Sans"/>
            </a:endParaRPr>
          </a:p>
          <a:p>
            <a:pPr marL="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0"/>
              </a:spcAft>
              <a:buNone/>
            </a:pPr>
            <a:endParaRPr sz="1900"/>
          </a:p>
          <a:p>
            <a:pPr marL="457200" lvl="0" indent="0" algn="l" rtl="0">
              <a:spcBef>
                <a:spcPts val="1600"/>
              </a:spcBef>
              <a:spcAft>
                <a:spcPts val="1600"/>
              </a:spcAft>
              <a:buNone/>
            </a:pPr>
            <a:endParaRPr sz="190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338</TotalTime>
  <Words>2378</Words>
  <Application>Microsoft Office PowerPoint</Application>
  <PresentationFormat>Custom</PresentationFormat>
  <Paragraphs>254</Paragraphs>
  <Slides>24</Slides>
  <Notes>23</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24</vt:i4>
      </vt:variant>
    </vt:vector>
  </HeadingPairs>
  <TitlesOfParts>
    <vt:vector size="34" baseType="lpstr">
      <vt:lpstr>Helvetica Neue</vt:lpstr>
      <vt:lpstr>Source Code Pro</vt:lpstr>
      <vt:lpstr>Arial</vt:lpstr>
      <vt:lpstr>Open Sans Light</vt:lpstr>
      <vt:lpstr>Open Sans</vt:lpstr>
      <vt:lpstr>Open Sans </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vt:lpstr>
      <vt:lpstr>Data Architect Business Requirement</vt:lpstr>
      <vt:lpstr>Data Architect Technical Requirement</vt:lpstr>
      <vt:lpstr>Data Architect Technical Requirement</vt:lpstr>
      <vt:lpstr>PowerPoint Presentation</vt:lpstr>
      <vt:lpstr>Step 2: Relational Database Design</vt:lpstr>
      <vt:lpstr>ERD</vt:lpstr>
      <vt:lpstr>ERD</vt:lpstr>
      <vt:lpstr>ERD</vt:lpstr>
      <vt:lpstr>PowerPoint Presentation</vt:lpstr>
      <vt:lpstr>Step 3: Create A Physical Database</vt:lpstr>
      <vt:lpstr>DDL</vt:lpstr>
      <vt:lpstr>CRUD</vt:lpstr>
      <vt:lpstr>CRUD</vt:lpstr>
      <vt:lpstr>CRUD</vt:lpstr>
      <vt:lpstr>CRUD</vt:lpstr>
      <vt:lpstr>CRUD</vt:lpstr>
      <vt:lpstr>CRUD</vt:lpstr>
      <vt:lpstr>CRUD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2026-05-23T06:18:16Z</dcterms:modified>
</cp:coreProperties>
</file>