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9"/>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7772400" cy="10058400"/>
  <p:notesSz cx="6858000" cy="9144000"/>
  <p:embeddedFontLst>
    <p:embeddedFont>
      <p:font typeface="Helvetica Neue" panose="020B0604020202020204" charset="0"/>
      <p:regular r:id="rId30"/>
      <p:bold r:id="rId31"/>
      <p:italic r:id="rId32"/>
      <p:boldItalic r:id="rId33"/>
    </p:embeddedFont>
    <p:embeddedFont>
      <p:font typeface="Open Sans" panose="020B0606030504020204" pitchFamily="34" charset="0"/>
      <p:regular r:id="rId34"/>
      <p:bold r:id="rId35"/>
      <p:italic r:id="rId36"/>
      <p:boldItalic r:id="rId37"/>
    </p:embeddedFont>
    <p:embeddedFont>
      <p:font typeface="Open Sans Light" panose="020B0306030504020204" pitchFamily="34" charset="0"/>
      <p:regular r:id="rId38"/>
      <p:bold r:id="rId39"/>
      <p:italic r:id="rId40"/>
      <p:boldItalic r:id="rId41"/>
    </p:embeddedFont>
    <p:embeddedFont>
      <p:font typeface="Source Code Pro" panose="020B0509030403020204"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B6E52DC-C5BE-4542-A4C5-5F92B55F5FAD}" v="78" dt="2026-05-20T03:57:45.7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92" y="-77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0.fntdata"/><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4" Type="http://schemas.openxmlformats.org/officeDocument/2006/relationships/font" Target="fonts/font15.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theme" Target="theme/theme1.xml"/><Relationship Id="rId8" Type="http://schemas.openxmlformats.org/officeDocument/2006/relationships/slide" Target="slides/slide4.xml"/><Relationship Id="rId51" Type="http://schemas.microsoft.com/office/2015/10/relationships/revisionInfo" Target="revisionInfo.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0T03:58:05.908" v="765" actId="2696"/>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del">
        <pc:chgData name="ARJUN AVALAKKI MOHAN" userId="be4ab9aaf12c5868" providerId="LiveId" clId="{C81E60EF-EF5F-4B4B-A4E1-3178676F15CC}" dt="2026-05-19T04:49:11.549" v="72" actId="47"/>
        <pc:sldMkLst>
          <pc:docMk/>
          <pc:sldMk cId="0" sldId="257"/>
        </pc:sldMkLst>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del mod">
          <ac:chgData name="ARJUN AVALAKKI MOHAN" userId="be4ab9aaf12c5868" providerId="LiveId" clId="{C81E60EF-EF5F-4B4B-A4E1-3178676F15CC}" dt="2026-05-19T05:24:25.796" v="326" actId="478"/>
          <ac:spMkLst>
            <pc:docMk/>
            <pc:sldMk cId="0" sldId="261"/>
            <ac:spMk id="3" creationId="{44A6DCCF-22A1-B477-2144-B5C0BE8D55FD}"/>
          </ac:spMkLst>
        </pc:spChg>
        <pc:spChg chg="add del mod">
          <ac:chgData name="ARJUN AVALAKKI MOHAN" userId="be4ab9aaf12c5868" providerId="LiveId" clId="{C81E60EF-EF5F-4B4B-A4E1-3178676F15CC}" dt="2026-05-19T05:17:13.091" v="254" actId="478"/>
          <ac:spMkLst>
            <pc:docMk/>
            <pc:sldMk cId="0" sldId="261"/>
            <ac:spMk id="4" creationId="{D810D321-9DF3-44AD-BFED-BF8FBDF11615}"/>
          </ac:spMkLst>
        </pc:spChg>
        <pc:spChg chg="add del mod">
          <ac:chgData name="ARJUN AVALAKKI MOHAN" userId="be4ab9aaf12c5868" providerId="LiveId" clId="{C81E60EF-EF5F-4B4B-A4E1-3178676F15CC}" dt="2026-05-19T05:21:12.256" v="292" actId="478"/>
          <ac:spMkLst>
            <pc:docMk/>
            <pc:sldMk cId="0" sldId="261"/>
            <ac:spMk id="6" creationId="{BFE94BE5-4FEA-67CF-AC80-5E9681C130C9}"/>
          </ac:spMkLst>
        </pc:spChg>
        <pc:spChg chg="add del mod">
          <ac:chgData name="ARJUN AVALAKKI MOHAN" userId="be4ab9aaf12c5868" providerId="LiveId" clId="{C81E60EF-EF5F-4B4B-A4E1-3178676F15CC}" dt="2026-05-19T05:21:12.256" v="292" actId="478"/>
          <ac:spMkLst>
            <pc:docMk/>
            <pc:sldMk cId="0" sldId="261"/>
            <ac:spMk id="8" creationId="{4FA51857-C63C-ACA7-F14C-C506AB41608C}"/>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del mod">
          <ac:chgData name="ARJUN AVALAKKI MOHAN" userId="be4ab9aaf12c5868" providerId="LiveId" clId="{C81E60EF-EF5F-4B4B-A4E1-3178676F15CC}" dt="2026-05-19T05:51:39.675" v="531" actId="478"/>
          <ac:spMkLst>
            <pc:docMk/>
            <pc:sldMk cId="0" sldId="261"/>
            <ac:spMk id="14" creationId="{BDEA5CE7-1937-B8A1-E603-3803D6591177}"/>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pChg chg="add del mod">
          <ac:chgData name="ARJUN AVALAKKI MOHAN" userId="be4ab9aaf12c5868" providerId="LiveId" clId="{C81E60EF-EF5F-4B4B-A4E1-3178676F15CC}" dt="2026-05-19T05:52:14.302" v="533" actId="478"/>
          <ac:spMkLst>
            <pc:docMk/>
            <pc:sldMk cId="0" sldId="261"/>
            <ac:spMk id="213"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0T03:42:14.650" v="624" actId="113"/>
        <pc:sldMkLst>
          <pc:docMk/>
          <pc:sldMk cId="0" sldId="263"/>
        </pc:sldMkLst>
        <pc:spChg chg="mod">
          <ac:chgData name="ARJUN AVALAKKI MOHAN" userId="be4ab9aaf12c5868" providerId="LiveId" clId="{C81E60EF-EF5F-4B4B-A4E1-3178676F15CC}" dt="2026-05-20T03:42:14.650" v="624" actId="113"/>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modNotes">
        <pc:chgData name="ARJUN AVALAKKI MOHAN" userId="be4ab9aaf12c5868" providerId="LiveId" clId="{C81E60EF-EF5F-4B4B-A4E1-3178676F15CC}" dt="2026-05-20T03:54:24.689" v="721"/>
        <pc:sldMkLst>
          <pc:docMk/>
          <pc:sldMk cId="0" sldId="267"/>
        </pc:sldMkLst>
      </pc:sldChg>
      <pc:sldChg chg="modNotes">
        <pc:chgData name="ARJUN AVALAKKI MOHAN" userId="be4ab9aaf12c5868" providerId="LiveId" clId="{C81E60EF-EF5F-4B4B-A4E1-3178676F15CC}" dt="2026-05-20T03:54:24.689" v="721"/>
        <pc:sldMkLst>
          <pc:docMk/>
          <pc:sldMk cId="0" sldId="268"/>
        </pc:sldMkLst>
      </pc:sldChg>
      <pc:sldChg chg="modNotes">
        <pc:chgData name="ARJUN AVALAKKI MOHAN" userId="be4ab9aaf12c5868" providerId="LiveId" clId="{C81E60EF-EF5F-4B4B-A4E1-3178676F15CC}" dt="2026-05-20T03:54:24.689" v="721"/>
        <pc:sldMkLst>
          <pc:docMk/>
          <pc:sldMk cId="0" sldId="269"/>
        </pc:sldMkLst>
      </pc:sldChg>
      <pc:sldChg chg="modNotes">
        <pc:chgData name="ARJUN AVALAKKI MOHAN" userId="be4ab9aaf12c5868" providerId="LiveId" clId="{C81E60EF-EF5F-4B4B-A4E1-3178676F15CC}" dt="2026-05-20T03:54:24.689" v="721"/>
        <pc:sldMkLst>
          <pc:docMk/>
          <pc:sldMk cId="0" sldId="271"/>
        </pc:sldMkLst>
      </pc:sldChg>
      <pc:sldChg chg="modNotes">
        <pc:chgData name="ARJUN AVALAKKI MOHAN" userId="be4ab9aaf12c5868" providerId="LiveId" clId="{C81E60EF-EF5F-4B4B-A4E1-3178676F15CC}" dt="2026-05-20T03:54:24.689" v="721"/>
        <pc:sldMkLst>
          <pc:docMk/>
          <pc:sldMk cId="0" sldId="272"/>
        </pc:sldMkLst>
      </pc:sldChg>
      <pc:sldChg chg="modNotes">
        <pc:chgData name="ARJUN AVALAKKI MOHAN" userId="be4ab9aaf12c5868" providerId="LiveId" clId="{C81E60EF-EF5F-4B4B-A4E1-3178676F15CC}" dt="2026-05-20T03:54:24.689" v="721"/>
        <pc:sldMkLst>
          <pc:docMk/>
          <pc:sldMk cId="0" sldId="273"/>
        </pc:sldMkLst>
      </pc:sldChg>
      <pc:sldChg chg="modNotes">
        <pc:chgData name="ARJUN AVALAKKI MOHAN" userId="be4ab9aaf12c5868" providerId="LiveId" clId="{C81E60EF-EF5F-4B4B-A4E1-3178676F15CC}" dt="2026-05-20T03:54:24.689" v="721"/>
        <pc:sldMkLst>
          <pc:docMk/>
          <pc:sldMk cId="0" sldId="274"/>
        </pc:sldMkLst>
      </pc:sldChg>
      <pc:sldChg chg="modNotes">
        <pc:chgData name="ARJUN AVALAKKI MOHAN" userId="be4ab9aaf12c5868" providerId="LiveId" clId="{C81E60EF-EF5F-4B4B-A4E1-3178676F15CC}" dt="2026-05-20T03:54:24.689" v="721"/>
        <pc:sldMkLst>
          <pc:docMk/>
          <pc:sldMk cId="0" sldId="275"/>
        </pc:sldMkLst>
      </pc:sldChg>
      <pc:sldChg chg="modNotes">
        <pc:chgData name="ARJUN AVALAKKI MOHAN" userId="be4ab9aaf12c5868" providerId="LiveId" clId="{C81E60EF-EF5F-4B4B-A4E1-3178676F15CC}" dt="2026-05-20T03:54:24.689" v="721"/>
        <pc:sldMkLst>
          <pc:docMk/>
          <pc:sldMk cId="0" sldId="276"/>
        </pc:sldMkLst>
      </pc:sldChg>
      <pc:sldChg chg="modNotes">
        <pc:chgData name="ARJUN AVALAKKI MOHAN" userId="be4ab9aaf12c5868" providerId="LiveId" clId="{C81E60EF-EF5F-4B4B-A4E1-3178676F15CC}" dt="2026-05-20T03:54:24.689" v="721"/>
        <pc:sldMkLst>
          <pc:docMk/>
          <pc:sldMk cId="0" sldId="277"/>
        </pc:sldMkLst>
      </pc:sldChg>
      <pc:sldChg chg="modNotes">
        <pc:chgData name="ARJUN AVALAKKI MOHAN" userId="be4ab9aaf12c5868" providerId="LiveId" clId="{C81E60EF-EF5F-4B4B-A4E1-3178676F15CC}" dt="2026-05-20T03:54:24.689" v="721"/>
        <pc:sldMkLst>
          <pc:docMk/>
          <pc:sldMk cId="0" sldId="278"/>
        </pc:sldMkLst>
      </pc:sldChg>
      <pc:sldChg chg="modNotes">
        <pc:chgData name="ARJUN AVALAKKI MOHAN" userId="be4ab9aaf12c5868" providerId="LiveId" clId="{C81E60EF-EF5F-4B4B-A4E1-3178676F15CC}" dt="2026-05-20T03:54:24.689" v="721"/>
        <pc:sldMkLst>
          <pc:docMk/>
          <pc:sldMk cId="0" sldId="279"/>
        </pc:sldMkLst>
      </pc:sldChg>
      <pc:sldChg chg="del">
        <pc:chgData name="ARJUN AVALAKKI MOHAN" userId="be4ab9aaf12c5868" providerId="LiveId" clId="{C81E60EF-EF5F-4B4B-A4E1-3178676F15CC}" dt="2026-05-19T05:47:12.719" v="496" actId="47"/>
        <pc:sldMkLst>
          <pc:docMk/>
          <pc:sldMk cId="0" sldId="280"/>
        </pc:sldMkLst>
      </pc:sldChg>
      <pc:sldChg chg="del">
        <pc:chgData name="ARJUN AVALAKKI MOHAN" userId="be4ab9aaf12c5868" providerId="LiveId" clId="{C81E60EF-EF5F-4B4B-A4E1-3178676F15CC}" dt="2026-05-19T05:47:12.719" v="496" actId="47"/>
        <pc:sldMkLst>
          <pc:docMk/>
          <pc:sldMk cId="0" sldId="281"/>
        </pc:sldMkLst>
      </pc:sldChg>
      <pc:sldChg chg="del">
        <pc:chgData name="ARJUN AVALAKKI MOHAN" userId="be4ab9aaf12c5868" providerId="LiveId" clId="{C81E60EF-EF5F-4B4B-A4E1-3178676F15CC}" dt="2026-05-19T05:47:12.719" v="496" actId="47"/>
        <pc:sldMkLst>
          <pc:docMk/>
          <pc:sldMk cId="0" sldId="282"/>
        </pc:sldMkLst>
      </pc:sldChg>
      <pc:sldChg chg="del">
        <pc:chgData name="ARJUN AVALAKKI MOHAN" userId="be4ab9aaf12c5868" providerId="LiveId" clId="{C81E60EF-EF5F-4B4B-A4E1-3178676F15CC}" dt="2026-05-19T05:47:12.719" v="496" actId="47"/>
        <pc:sldMkLst>
          <pc:docMk/>
          <pc:sldMk cId="0" sldId="283"/>
        </pc:sldMkLst>
      </pc:sldChg>
      <pc:sldChg chg="del">
        <pc:chgData name="ARJUN AVALAKKI MOHAN" userId="be4ab9aaf12c5868" providerId="LiveId" clId="{C81E60EF-EF5F-4B4B-A4E1-3178676F15CC}" dt="2026-05-19T05:47:12.719" v="496" actId="47"/>
        <pc:sldMkLst>
          <pc:docMk/>
          <pc:sldMk cId="0" sldId="284"/>
        </pc:sldMkLst>
      </pc:sldChg>
      <pc:sldChg chg="del">
        <pc:chgData name="ARJUN AVALAKKI MOHAN" userId="be4ab9aaf12c5868" providerId="LiveId" clId="{C81E60EF-EF5F-4B4B-A4E1-3178676F15CC}" dt="2026-05-19T05:47:39.675" v="497" actId="47"/>
        <pc:sldMkLst>
          <pc:docMk/>
          <pc:sldMk cId="0" sldId="285"/>
        </pc:sldMkLst>
      </pc:sldChg>
      <pc:sldChg chg="del">
        <pc:chgData name="ARJUN AVALAKKI MOHAN" userId="be4ab9aaf12c5868" providerId="LiveId" clId="{C81E60EF-EF5F-4B4B-A4E1-3178676F15CC}" dt="2026-05-19T05:47:39.675" v="497" actId="47"/>
        <pc:sldMkLst>
          <pc:docMk/>
          <pc:sldMk cId="0" sldId="286"/>
        </pc:sldMkLst>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sldChg chg="modSp add del mod">
        <pc:chgData name="ARJUN AVALAKKI MOHAN" userId="be4ab9aaf12c5868" providerId="LiveId" clId="{C81E60EF-EF5F-4B4B-A4E1-3178676F15CC}" dt="2026-05-20T03:58:05.908" v="765" actId="2696"/>
        <pc:sldMkLst>
          <pc:docMk/>
          <pc:sldMk cId="3471457919" sldId="288"/>
        </pc:sldMkLst>
        <pc:spChg chg="mod">
          <ac:chgData name="ARJUN AVALAKKI MOHAN" userId="be4ab9aaf12c5868" providerId="LiveId" clId="{C81E60EF-EF5F-4B4B-A4E1-3178676F15CC}" dt="2026-05-20T03:45:46.709" v="637" actId="6549"/>
          <ac:spMkLst>
            <pc:docMk/>
            <pc:sldMk cId="3471457919" sldId="288"/>
            <ac:spMk id="231" creationId="{80981BB2-6A36-BA62-606E-10254B1EAB5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lvl="0" indent="0">
              <a:buNone/>
            </a:pPr>
            <a:r>
              <a:rPr lang="en-US" sz="1400" dirty="0"/>
              <a:t>- Views to support controlled access to employee data</a:t>
            </a:r>
            <a:endParaRPr sz="14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Conceptual</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a:solidFill>
                  <a:srgbClr val="525C65"/>
                </a:solidFill>
                <a:highlight>
                  <a:srgbClr val="FFFFFF"/>
                </a:highlight>
                <a:latin typeface="Open Sans"/>
                <a:ea typeface="Open Sans"/>
                <a:cs typeface="Open Sans"/>
                <a:sym typeface="Open Sans"/>
              </a:rPr>
              <a:t>Use Lucidchart’s built-in template for DBMS ER Diagram UML.</a:t>
            </a:r>
            <a:endParaRPr sz="12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FF0000"/>
                </a:solidFill>
                <a:highlight>
                  <a:srgbClr val="FFFFFF"/>
                </a:highlight>
                <a:latin typeface="Open Sans"/>
                <a:ea typeface="Open Sans"/>
                <a:cs typeface="Open Sans"/>
                <a:sym typeface="Open Sans"/>
              </a:rPr>
              <a:t>** Replace example screenshot below with your response</a:t>
            </a:r>
            <a:endParaRPr sz="1200">
              <a:solidFill>
                <a:srgbClr val="FF0000"/>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a:p>
        </p:txBody>
      </p:sp>
      <p:pic>
        <p:nvPicPr>
          <p:cNvPr id="250" name="Google Shape;250;p62"/>
          <p:cNvPicPr preferRelativeResize="0"/>
          <p:nvPr/>
        </p:nvPicPr>
        <p:blipFill>
          <a:blip r:embed="rId3">
            <a:alphaModFix/>
          </a:blip>
          <a:stretch>
            <a:fillRect/>
          </a:stretch>
        </p:blipFill>
        <p:spPr>
          <a:xfrm>
            <a:off x="755850" y="5786403"/>
            <a:ext cx="6085425" cy="257027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Logical</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40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a:solidFill>
                  <a:srgbClr val="525C65"/>
                </a:solidFill>
                <a:highlight>
                  <a:srgbClr val="FFFFFF"/>
                </a:highlight>
                <a:latin typeface="Open Sans"/>
                <a:ea typeface="Open Sans"/>
                <a:cs typeface="Open Sans"/>
                <a:sym typeface="Open Sans"/>
              </a:rPr>
              <a:t>Use Lucidchart’s built-in template for DBMS ER Diagram UML.</a:t>
            </a:r>
            <a:endParaRPr sz="14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r>
              <a:rPr lang="en" sz="1200">
                <a:solidFill>
                  <a:srgbClr val="FF0000"/>
                </a:solidFill>
                <a:highlight>
                  <a:schemeClr val="lt1"/>
                </a:highlight>
                <a:latin typeface="Open Sans"/>
                <a:ea typeface="Open Sans"/>
                <a:cs typeface="Open Sans"/>
                <a:sym typeface="Open Sans"/>
              </a:rPr>
              <a:t>** Replace example screenshot below with your response</a:t>
            </a:r>
            <a:endParaRPr sz="140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a:p>
          <a:p>
            <a:pPr marL="0" lvl="0" indent="0" algn="l" rtl="0">
              <a:spcBef>
                <a:spcPts val="1600"/>
              </a:spcBef>
              <a:spcAft>
                <a:spcPts val="0"/>
              </a:spcAft>
              <a:buNone/>
            </a:pPr>
            <a:endParaRPr sz="1900"/>
          </a:p>
          <a:p>
            <a:pPr marL="0" lvl="0" indent="0" algn="l" rtl="0">
              <a:spcBef>
                <a:spcPts val="1600"/>
              </a:spcBef>
              <a:spcAft>
                <a:spcPts val="0"/>
              </a:spcAft>
              <a:buNone/>
            </a:pPr>
            <a:endParaRPr sz="1900"/>
          </a:p>
          <a:p>
            <a:pPr marL="0" lvl="0" indent="0" algn="l" rtl="0">
              <a:spcBef>
                <a:spcPts val="1600"/>
              </a:spcBef>
              <a:spcAft>
                <a:spcPts val="0"/>
              </a:spcAft>
              <a:buNone/>
            </a:pPr>
            <a:endParaRPr sz="1900"/>
          </a:p>
          <a:p>
            <a:pPr marL="0" lvl="0" indent="0" algn="l" rtl="0">
              <a:spcBef>
                <a:spcPts val="1600"/>
              </a:spcBef>
              <a:spcAft>
                <a:spcPts val="1600"/>
              </a:spcAft>
              <a:buNone/>
            </a:pPr>
            <a:endParaRPr sz="1900"/>
          </a:p>
        </p:txBody>
      </p:sp>
      <p:pic>
        <p:nvPicPr>
          <p:cNvPr id="257" name="Google Shape;257;p63"/>
          <p:cNvPicPr preferRelativeResize="0"/>
          <p:nvPr/>
        </p:nvPicPr>
        <p:blipFill>
          <a:blip r:embed="rId3">
            <a:alphaModFix/>
          </a:blip>
          <a:stretch>
            <a:fillRect/>
          </a:stretch>
        </p:blipFill>
        <p:spPr>
          <a:xfrm>
            <a:off x="484950" y="5969175"/>
            <a:ext cx="6802502" cy="3038826"/>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50" y="199017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Physical</a:t>
            </a:r>
            <a:endParaRPr sz="1900" b="1">
              <a:latin typeface="Open Sans"/>
              <a:ea typeface="Open Sans"/>
              <a:cs typeface="Open Sans"/>
              <a:sym typeface="Open Sans"/>
            </a:endParaRPr>
          </a:p>
          <a:p>
            <a:pPr marL="457200" lvl="0" indent="0" algn="l" rtl="0">
              <a:lnSpc>
                <a:spcPct val="170000"/>
              </a:lnSpc>
              <a:spcBef>
                <a:spcPts val="1600"/>
              </a:spcBef>
              <a:spcAft>
                <a:spcPts val="0"/>
              </a:spcAft>
              <a:buNone/>
            </a:pPr>
            <a:r>
              <a:rPr lang="en" sz="140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FF0000"/>
                </a:solidFill>
                <a:highlight>
                  <a:schemeClr val="lt1"/>
                </a:highlight>
                <a:latin typeface="Open Sans"/>
                <a:ea typeface="Open Sans"/>
                <a:cs typeface="Open Sans"/>
                <a:sym typeface="Open Sans"/>
              </a:rPr>
              <a:t>** Replace example screenshot below with your response</a:t>
            </a:r>
            <a:endParaRPr sz="150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None/>
            </a:pPr>
            <a:endParaRPr sz="1500">
              <a:solidFill>
                <a:srgbClr val="525C65"/>
              </a:solidFill>
              <a:highlight>
                <a:srgbClr val="FFFFFF"/>
              </a:highlight>
              <a:latin typeface="Open Sans"/>
              <a:ea typeface="Open Sans"/>
              <a:cs typeface="Open Sans"/>
              <a:sym typeface="Open Sans"/>
            </a:endParaRPr>
          </a:p>
        </p:txBody>
      </p:sp>
      <p:pic>
        <p:nvPicPr>
          <p:cNvPr id="264" name="Google Shape;264;p64"/>
          <p:cNvPicPr preferRelativeResize="0"/>
          <p:nvPr/>
        </p:nvPicPr>
        <p:blipFill>
          <a:blip r:embed="rId3">
            <a:alphaModFix/>
          </a:blip>
          <a:stretch>
            <a:fillRect/>
          </a:stretch>
        </p:blipFill>
        <p:spPr>
          <a:xfrm>
            <a:off x="832174" y="5859975"/>
            <a:ext cx="6108049" cy="363042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You will:</a:t>
            </a:r>
            <a:endParaRPr sz="1550" b="1">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Create the database using SQL DDL commands</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Load the data into your database, utilizing flat file ETL</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Submission</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Hints</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After running CRUD commands like update, insert, or delete, run a </a:t>
            </a:r>
            <a:r>
              <a:rPr lang="en" sz="1550">
                <a:solidFill>
                  <a:srgbClr val="525C65"/>
                </a:solidFill>
                <a:highlight>
                  <a:srgbClr val="FFFFFF"/>
                </a:highlight>
                <a:latin typeface="Source Code Pro"/>
                <a:ea typeface="Source Code Pro"/>
                <a:cs typeface="Source Code Pro"/>
                <a:sym typeface="Source Code Pro"/>
              </a:rPr>
              <a:t>SELECT*</a:t>
            </a:r>
            <a:r>
              <a:rPr lang="en" sz="155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DDL</a:t>
            </a:r>
            <a:endParaRPr/>
          </a:p>
        </p:txBody>
      </p:sp>
      <p:sp>
        <p:nvSpPr>
          <p:cNvPr id="282" name="Google Shape;282;p6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a:t>Create a DDL SQL script capable of building the database you designed in Step 2</a:t>
            </a:r>
            <a:endParaRPr sz="1900"/>
          </a:p>
          <a:p>
            <a:pPr marL="241300" marR="241300" lvl="0" indent="0" algn="l" rtl="0">
              <a:lnSpc>
                <a:spcPct val="100000"/>
              </a:lnSpc>
              <a:spcBef>
                <a:spcPts val="1600"/>
              </a:spcBef>
              <a:spcAft>
                <a:spcPts val="0"/>
              </a:spcAft>
              <a:buClr>
                <a:schemeClr val="dk1"/>
              </a:buClr>
              <a:buSzPts val="1100"/>
              <a:buFont typeface="Arial"/>
              <a:buNone/>
            </a:pPr>
            <a:r>
              <a:rPr lang="en" sz="1350" b="1">
                <a:solidFill>
                  <a:srgbClr val="2E3D49"/>
                </a:solidFill>
                <a:highlight>
                  <a:srgbClr val="FFFFFF"/>
                </a:highlight>
                <a:latin typeface="Open Sans"/>
                <a:ea typeface="Open Sans"/>
                <a:cs typeface="Open Sans"/>
                <a:sym typeface="Open Sans"/>
              </a:rPr>
              <a:t>Hints</a:t>
            </a:r>
            <a:endParaRPr sz="1350" b="1">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525C65"/>
                </a:solidFill>
                <a:highlight>
                  <a:srgbClr val="FFFFFF"/>
                </a:highlight>
                <a:latin typeface="Open Sans"/>
                <a:ea typeface="Open Sans"/>
                <a:cs typeface="Open Sans"/>
                <a:sym typeface="Open Sans"/>
              </a:rPr>
              <a:t>The DDL script will be graded by running the code you submit. Please ensure your SQL code runs properly.</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r>
              <a:rPr lang="en" sz="13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endParaRPr sz="1350">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FF0000"/>
                </a:solidFill>
                <a:highlight>
                  <a:srgbClr val="FFFFFF"/>
                </a:highlight>
                <a:latin typeface="Open Sans"/>
                <a:ea typeface="Open Sans"/>
                <a:cs typeface="Open Sans"/>
                <a:sym typeface="Open Sans"/>
              </a:rPr>
              <a:t>Remember to submit the related SQL file as well, not just a screenshot (replace the below screenshot).</a:t>
            </a:r>
            <a:endParaRPr sz="1350">
              <a:solidFill>
                <a:srgbClr val="FF0000"/>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83" name="Google Shape;283;p67"/>
          <p:cNvPicPr preferRelativeResize="0"/>
          <p:nvPr/>
        </p:nvPicPr>
        <p:blipFill rotWithShape="1">
          <a:blip r:embed="rId3">
            <a:alphaModFix/>
          </a:blip>
          <a:srcRect l="2818" t="2391"/>
          <a:stretch/>
        </p:blipFill>
        <p:spPr>
          <a:xfrm>
            <a:off x="1641775" y="5527975"/>
            <a:ext cx="3823475" cy="39711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1: Return a list of employees with Job Titles and Department Names</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0" name="Google Shape;290;p68"/>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2: Insert Web Programmer as a new job title</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7" name="Google Shape;297;p69"/>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3: Correct the job title from web programmer to web developer</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04" name="Google Shape;304;p70"/>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4: Delete the job title Web Developer from the database</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1" name="Google Shape;311;p71"/>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5: How many employees are in each department?</a:t>
            </a: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8" name="Google Shape;318;p72"/>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25" name="Google Shape;325;p73"/>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Question 7: Describe how you would apply table security to restrict access to employee salaries using an SQL server.</a:t>
            </a:r>
            <a:endParaRPr sz="1900" b="1">
              <a:latin typeface="Open Sans"/>
              <a:ea typeface="Open Sans"/>
              <a:cs typeface="Open Sans"/>
              <a:sym typeface="Open Sans"/>
            </a:endParaRPr>
          </a:p>
          <a:p>
            <a:pPr marL="0" lvl="0" indent="0" algn="l" rtl="0">
              <a:spcBef>
                <a:spcPts val="1600"/>
              </a:spcBef>
              <a:spcAft>
                <a:spcPts val="0"/>
              </a:spcAft>
              <a:buNone/>
            </a:pPr>
            <a:r>
              <a:rPr lang="en" sz="1900" b="1">
                <a:solidFill>
                  <a:srgbClr val="FF0000"/>
                </a:solidFill>
                <a:latin typeface="Open Sans"/>
                <a:ea typeface="Open Sans"/>
                <a:cs typeface="Open Sans"/>
                <a:sym typeface="Open Sans"/>
              </a:rPr>
              <a:t>** answer in a short paragraph, how you would apply table security to restrict access to employee salaries</a:t>
            </a:r>
            <a:endParaRPr sz="1900" b="1">
              <a:solidFill>
                <a:srgbClr val="FF0000"/>
              </a:solidFill>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88</TotalTime>
  <Words>2487</Words>
  <Application>Microsoft Office PowerPoint</Application>
  <PresentationFormat>Custom</PresentationFormat>
  <Paragraphs>264</Paragraphs>
  <Slides>24</Slides>
  <Notes>23</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24</vt:i4>
      </vt:variant>
    </vt:vector>
  </HeadingPairs>
  <TitlesOfParts>
    <vt:vector size="34" baseType="lpstr">
      <vt:lpstr>Open Sans</vt:lpstr>
      <vt:lpstr>Open Sans </vt:lpstr>
      <vt:lpstr>Helvetica Neue</vt:lpstr>
      <vt:lpstr>Arial</vt:lpstr>
      <vt:lpstr>Source Code Pro</vt:lpstr>
      <vt:lpstr>Open Sans Light</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2026-05-20T03:58:16Z</dcterms:modified>
</cp:coreProperties>
</file>